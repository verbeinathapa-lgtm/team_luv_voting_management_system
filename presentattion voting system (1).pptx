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82" r:id="rId16"/>
    <p:sldMasterId id="2147483684" r:id="rId17"/>
    <p:sldMasterId id="2147483686" r:id="rId18"/>
    <p:sldMasterId id="2147483688" r:id="rId19"/>
    <p:sldMasterId id="2147483690" r:id="rId20"/>
    <p:sldMasterId id="2147483692" r:id="rId21"/>
    <p:sldMasterId id="2147483694" r:id="rId22"/>
    <p:sldMasterId id="2147483696" r:id="rId23"/>
    <p:sldMasterId id="2147483698" r:id="rId24"/>
    <p:sldMasterId id="2147483700" r:id="rId25"/>
    <p:sldMasterId id="2147483702" r:id="rId26"/>
    <p:sldMasterId id="2147483704" r:id="rId27"/>
    <p:sldMasterId id="2147483706" r:id="rId28"/>
    <p:sldMasterId id="2147483708" r:id="rId29"/>
    <p:sldMasterId id="2147483710" r:id="rId30"/>
    <p:sldMasterId id="2147483712" r:id="rId31"/>
    <p:sldMasterId id="2147483714" r:id="rId32"/>
    <p:sldMasterId id="2147483716" r:id="rId33"/>
    <p:sldMasterId id="2147483718" r:id="rId34"/>
    <p:sldMasterId id="2147483720" r:id="rId35"/>
    <p:sldMasterId id="2147483722" r:id="rId36"/>
    <p:sldMasterId id="2147483724" r:id="rId37"/>
    <p:sldMasterId id="2147483726" r:id="rId38"/>
    <p:sldMasterId id="2147483728" r:id="rId39"/>
    <p:sldMasterId id="2147483730" r:id="rId40"/>
    <p:sldMasterId id="2147483732" r:id="rId41"/>
    <p:sldMasterId id="2147483734" r:id="rId42"/>
    <p:sldMasterId id="2147483736" r:id="rId43"/>
    <p:sldMasterId id="2147483738" r:id="rId44"/>
    <p:sldMasterId id="2147483740" r:id="rId45"/>
    <p:sldMasterId id="2147483742" r:id="rId46"/>
    <p:sldMasterId id="2147483744" r:id="rId47"/>
    <p:sldMasterId id="2147483746" r:id="rId48"/>
  </p:sldMasterIdLst>
  <p:notesMasterIdLst>
    <p:notesMasterId r:id="rId55"/>
  </p:notesMasterIdLst>
  <p:sldIdLst>
    <p:sldId id="256" r:id="rId49"/>
    <p:sldId id="257" r:id="rId50"/>
    <p:sldId id="258" r:id="rId51"/>
    <p:sldId id="259" r:id="rId52"/>
    <p:sldId id="260" r:id="rId53"/>
    <p:sldId id="264" r:id="rId54"/>
    <p:sldId id="266" r:id="rId56"/>
    <p:sldId id="267" r:id="rId57"/>
    <p:sldId id="270" r:id="rId58"/>
    <p:sldId id="273" r:id="rId59"/>
    <p:sldId id="274" r:id="rId60"/>
    <p:sldId id="275" r:id="rId61"/>
    <p:sldId id="276" r:id="rId62"/>
    <p:sldId id="271" r:id="rId63"/>
    <p:sldId id="272"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051" autoAdjust="0"/>
  </p:normalViewPr>
  <p:slideViewPr>
    <p:cSldViewPr snapToGrid="0">
      <p:cViewPr>
        <p:scale>
          <a:sx n="66" d="100"/>
          <a:sy n="66" d="100"/>
        </p:scale>
        <p:origin x="-77" y="4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15.xml"/><Relationship Id="rId63" Type="http://schemas.openxmlformats.org/officeDocument/2006/relationships/slide" Target="slides/slide14.xml"/><Relationship Id="rId62" Type="http://schemas.openxmlformats.org/officeDocument/2006/relationships/slide" Target="slides/slide13.xml"/><Relationship Id="rId61" Type="http://schemas.openxmlformats.org/officeDocument/2006/relationships/slide" Target="slides/slide12.xml"/><Relationship Id="rId60" Type="http://schemas.openxmlformats.org/officeDocument/2006/relationships/slide" Target="slides/slide11.xml"/><Relationship Id="rId6" Type="http://schemas.openxmlformats.org/officeDocument/2006/relationships/slideMaster" Target="slideMasters/slideMaster5.xml"/><Relationship Id="rId59" Type="http://schemas.openxmlformats.org/officeDocument/2006/relationships/slide" Target="slides/slide10.xml"/><Relationship Id="rId58" Type="http://schemas.openxmlformats.org/officeDocument/2006/relationships/slide" Target="slides/slide9.xml"/><Relationship Id="rId57" Type="http://schemas.openxmlformats.org/officeDocument/2006/relationships/slide" Target="slides/slide8.xml"/><Relationship Id="rId56" Type="http://schemas.openxmlformats.org/officeDocument/2006/relationships/slide" Target="slides/slide7.xml"/><Relationship Id="rId55" Type="http://schemas.openxmlformats.org/officeDocument/2006/relationships/notesMaster" Target="notesMasters/notesMaster1.xml"/><Relationship Id="rId54" Type="http://schemas.openxmlformats.org/officeDocument/2006/relationships/slide" Target="slides/slide6.xml"/><Relationship Id="rId53" Type="http://schemas.openxmlformats.org/officeDocument/2006/relationships/slide" Target="slides/slide5.xml"/><Relationship Id="rId52" Type="http://schemas.openxmlformats.org/officeDocument/2006/relationships/slide" Target="slides/slide4.xml"/><Relationship Id="rId51" Type="http://schemas.openxmlformats.org/officeDocument/2006/relationships/slide" Target="slides/slide3.xml"/><Relationship Id="rId50" Type="http://schemas.openxmlformats.org/officeDocument/2006/relationships/slide" Target="slides/slide2.xml"/><Relationship Id="rId5" Type="http://schemas.openxmlformats.org/officeDocument/2006/relationships/slideMaster" Target="slideMasters/slideMaster4.xml"/><Relationship Id="rId49" Type="http://schemas.openxmlformats.org/officeDocument/2006/relationships/slide" Target="slides/slide1.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3"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uFillTx/>
                <a:latin typeface="Arial" panose="020B0604020202020204"/>
              </a:rPr>
              <a:t>Click to move the slide</a:t>
            </a:r>
            <a:endParaRPr lang="en-US" sz="4400" b="0" u="none" strike="noStrike">
              <a:solidFill>
                <a:srgbClr val="000000"/>
              </a:solidFill>
              <a:uFillTx/>
              <a:latin typeface="Arial" panose="020B0604020202020204"/>
            </a:endParaRP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5900" indent="-215900">
              <a:buNone/>
            </a:pPr>
            <a:r>
              <a:rPr lang="en-US" sz="2000" b="0" u="none" strike="noStrike">
                <a:solidFill>
                  <a:srgbClr val="000000"/>
                </a:solidFill>
                <a:uFillTx/>
                <a:latin typeface="Arial" panose="020B0604020202020204"/>
              </a:rPr>
              <a:t>Click to edit the notes format</a:t>
            </a:r>
            <a:endParaRPr lang="en-US" sz="2000" b="0" u="none" strike="noStrike">
              <a:solidFill>
                <a:srgbClr val="000000"/>
              </a:solidFill>
              <a:uFillTx/>
              <a:latin typeface="Arial" panose="020B0604020202020204"/>
            </a:endParaRPr>
          </a:p>
        </p:txBody>
      </p:sp>
      <p:sp>
        <p:nvSpPr>
          <p:cNvPr id="34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6" name="PlaceHolder 4"/>
          <p:cNvSpPr>
            <a:spLocks noGrp="1"/>
          </p:cNvSpPr>
          <p:nvPr>
            <p:ph type="dt" idx="14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uFillTx/>
                <a:latin typeface="Times New Roman" panose="02020603050405020304"/>
              </a:defRPr>
            </a:lvl1pPr>
          </a:lstStyle>
          <a:p>
            <a:pPr indent="0" algn="r">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7" name="PlaceHolder 5"/>
          <p:cNvSpPr>
            <a:spLocks noGrp="1"/>
          </p:cNvSpPr>
          <p:nvPr>
            <p:ph type="ftr" idx="143"/>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8" name="PlaceHolder 6"/>
          <p:cNvSpPr>
            <a:spLocks noGrp="1"/>
          </p:cNvSpPr>
          <p:nvPr>
            <p:ph type="sldNum" idx="14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uFillTx/>
                <a:latin typeface="Times New Roman" panose="02020603050405020304"/>
              </a:defRPr>
            </a:lvl1pPr>
          </a:lstStyle>
          <a:p>
            <a:pPr indent="0" algn="r">
              <a:buNone/>
            </a:pPr>
            <a:fld id="{44DB2AE9-9F65-4906-BB97-58AB8B3BDC0B}"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indent="0" algn="r">
              <a:buNone/>
            </a:pPr>
            <a:fld id="{44DB2AE9-9F65-4906-BB97-58AB8B3BDC0B}" type="slidenum">
              <a:rPr lang="en-US" sz="1400" b="0" u="none" strike="noStrike" smtClean="0">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indent="0" algn="r">
              <a:buNone/>
            </a:pPr>
            <a:fld id="{44DB2AE9-9F65-4906-BB97-58AB8B3BDC0B}" type="slidenum">
              <a:rPr lang="en-US" sz="1400" b="0" u="none" strike="noStrike" smtClean="0">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090B5D41-6696-4BB2-B7EE-0701FA8C8337}" type="slidenum">
              <a:rPr/>
            </a:fld>
            <a:endParaRPr/>
          </a:p>
        </p:txBody>
      </p:sp>
      <p:sp>
        <p:nvSpPr>
          <p:cNvPr id="6" name="PlaceHolder 5"/>
          <p:cNvSpPr>
            <a:spLocks noGrp="1"/>
          </p:cNvSpPr>
          <p:nvPr>
            <p:ph type="dt" idx="3"/>
          </p:nvPr>
        </p:nvSpPr>
        <p:spPr/>
        <p:txBody>
          <a:bodyPr/>
          <a:lstStyle/>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8194D938-6405-4B25-81A8-726CDE6F8F4C}" type="slidenum">
              <a:rPr/>
            </a:fld>
            <a:endParaRPr/>
          </a:p>
        </p:txBody>
      </p:sp>
      <p:sp>
        <p:nvSpPr>
          <p:cNvPr id="4" name="PlaceHolder 3"/>
          <p:cNvSpPr>
            <a:spLocks noGrp="1"/>
          </p:cNvSpPr>
          <p:nvPr>
            <p:ph type="dt" idx="6"/>
          </p:nvPr>
        </p:nvSpPr>
        <p:spPr/>
        <p:txBody>
          <a:bodyPr/>
          <a:lstStyle/>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20340873-2D33-44F8-8B6C-2E2D11C0D130}" type="slidenum">
              <a:rPr/>
            </a:fld>
            <a:endParaRPr/>
          </a:p>
        </p:txBody>
      </p:sp>
      <p:sp>
        <p:nvSpPr>
          <p:cNvPr id="4" name="PlaceHolder 3"/>
          <p:cNvSpPr>
            <a:spLocks noGrp="1"/>
          </p:cNvSpPr>
          <p:nvPr>
            <p:ph type="dt" idx="9"/>
          </p:nvPr>
        </p:nvSpPr>
        <p:spPr/>
        <p:txBody>
          <a:bodyPr/>
          <a:lstStyle/>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D79A1C23-00EC-4268-AC86-5F885B5A4C3C}" type="slidenum">
              <a:rPr/>
            </a:fld>
            <a:endParaRPr/>
          </a:p>
        </p:txBody>
      </p:sp>
      <p:sp>
        <p:nvSpPr>
          <p:cNvPr id="6" name="PlaceHolder 5"/>
          <p:cNvSpPr>
            <a:spLocks noGrp="1"/>
          </p:cNvSpPr>
          <p:nvPr>
            <p:ph type="dt" idx="12"/>
          </p:nvPr>
        </p:nvSpPr>
        <p:spPr/>
        <p:txBody>
          <a:bodyPr/>
          <a:lstStyle/>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1CBE0111-5DEC-4968-914B-D9E4D0532144}" type="slidenum">
              <a:rPr/>
            </a:fld>
            <a:endParaRPr/>
          </a:p>
        </p:txBody>
      </p:sp>
      <p:sp>
        <p:nvSpPr>
          <p:cNvPr id="4" name="PlaceHolder 3"/>
          <p:cNvSpPr>
            <a:spLocks noGrp="1"/>
          </p:cNvSpPr>
          <p:nvPr>
            <p:ph type="dt" idx="15"/>
          </p:nvPr>
        </p:nvSpPr>
        <p:spPr/>
        <p:txBody>
          <a:bodyPr/>
          <a:lstStyle/>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45"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50E17469-159B-4A61-9352-C0FB6E030B8C}" type="slidenum">
              <a:rPr/>
            </a:fld>
            <a:endParaRPr/>
          </a:p>
        </p:txBody>
      </p:sp>
      <p:sp>
        <p:nvSpPr>
          <p:cNvPr id="7" name="PlaceHolder 6"/>
          <p:cNvSpPr>
            <a:spLocks noGrp="1"/>
          </p:cNvSpPr>
          <p:nvPr>
            <p:ph type="dt" idx="18"/>
          </p:nvPr>
        </p:nvSpPr>
        <p:spPr/>
        <p:txBody>
          <a:bodyPr/>
          <a:lstStyle/>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9F2851BF-A203-487F-9D23-8F9F9A370B37}" type="slidenum">
              <a:rPr/>
            </a:fld>
            <a:endParaRPr/>
          </a:p>
        </p:txBody>
      </p:sp>
      <p:sp>
        <p:nvSpPr>
          <p:cNvPr id="4" name="PlaceHolder 3"/>
          <p:cNvSpPr>
            <a:spLocks noGrp="1"/>
          </p:cNvSpPr>
          <p:nvPr>
            <p:ph type="dt" idx="21"/>
          </p:nvPr>
        </p:nvSpPr>
        <p:spPr/>
        <p:txBody>
          <a:bodyPr/>
          <a:lstStyle/>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6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6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22"/>
          </p:nvPr>
        </p:nvSpPr>
        <p:spPr/>
        <p:txBody>
          <a:bodyPr/>
          <a:lstStyle/>
          <a:p>
            <a:r>
              <a:t>Footer</a:t>
            </a:r>
          </a:p>
        </p:txBody>
      </p:sp>
      <p:sp>
        <p:nvSpPr>
          <p:cNvPr id="6" name="PlaceHolder 5"/>
          <p:cNvSpPr>
            <a:spLocks noGrp="1"/>
          </p:cNvSpPr>
          <p:nvPr>
            <p:ph type="sldNum" idx="23"/>
          </p:nvPr>
        </p:nvSpPr>
        <p:spPr/>
        <p:txBody>
          <a:bodyPr/>
          <a:lstStyle/>
          <a:p>
            <a:fld id="{E6B58D07-2F6D-4032-99BE-CE6E0E2D907A}" type="slidenum">
              <a:rPr/>
            </a:fld>
            <a:endParaRPr/>
          </a:p>
        </p:txBody>
      </p:sp>
      <p:sp>
        <p:nvSpPr>
          <p:cNvPr id="7" name="PlaceHolder 6"/>
          <p:cNvSpPr>
            <a:spLocks noGrp="1"/>
          </p:cNvSpPr>
          <p:nvPr>
            <p:ph type="dt" idx="24"/>
          </p:nvPr>
        </p:nvSpPr>
        <p:spPr/>
        <p:txBody>
          <a:bodyPr/>
          <a:lstStyle/>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efault">
    <p:spTree>
      <p:nvGrpSpPr>
        <p:cNvPr id="1" name=""/>
        <p:cNvGrpSpPr/>
        <p:nvPr/>
      </p:nvGrpSpPr>
      <p:grpSpPr>
        <a:xfrm>
          <a:off x="0" y="0"/>
          <a:ext cx="0" cy="0"/>
          <a:chOff x="0" y="0"/>
          <a:chExt cx="0" cy="0"/>
        </a:xfrm>
      </p:grpSpPr>
      <p:sp>
        <p:nvSpPr>
          <p:cNvPr id="7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74"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75"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25"/>
          </p:nvPr>
        </p:nvSpPr>
        <p:spPr/>
        <p:txBody>
          <a:bodyPr/>
          <a:lstStyle/>
          <a:p>
            <a:r>
              <a:t>Footer</a:t>
            </a:r>
          </a:p>
        </p:txBody>
      </p:sp>
      <p:sp>
        <p:nvSpPr>
          <p:cNvPr id="6" name="PlaceHolder 5"/>
          <p:cNvSpPr>
            <a:spLocks noGrp="1"/>
          </p:cNvSpPr>
          <p:nvPr>
            <p:ph type="sldNum" idx="26"/>
          </p:nvPr>
        </p:nvSpPr>
        <p:spPr/>
        <p:txBody>
          <a:bodyPr/>
          <a:lstStyle/>
          <a:p>
            <a:fld id="{30FEAFEC-9BEF-4AFA-B178-1EE666A5204F}" type="slidenum">
              <a:rPr/>
            </a:fld>
            <a:endParaRPr/>
          </a:p>
        </p:txBody>
      </p:sp>
      <p:sp>
        <p:nvSpPr>
          <p:cNvPr id="7" name="PlaceHolder 6"/>
          <p:cNvSpPr>
            <a:spLocks noGrp="1"/>
          </p:cNvSpPr>
          <p:nvPr>
            <p:ph type="dt" idx="27"/>
          </p:nvPr>
        </p:nvSpPr>
        <p:spPr/>
        <p:txBody>
          <a:bodyPr/>
          <a:lstStyle/>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Default 1">
    <p:spTree>
      <p:nvGrpSpPr>
        <p:cNvPr id="1" name=""/>
        <p:cNvGrpSpPr/>
        <p:nvPr/>
      </p:nvGrpSpPr>
      <p:grpSpPr>
        <a:xfrm>
          <a:off x="0" y="0"/>
          <a:ext cx="0" cy="0"/>
          <a:chOff x="0" y="0"/>
          <a:chExt cx="0" cy="0"/>
        </a:xfrm>
      </p:grpSpPr>
      <p:sp>
        <p:nvSpPr>
          <p:cNvPr id="8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85"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8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28"/>
          </p:nvPr>
        </p:nvSpPr>
        <p:spPr/>
        <p:txBody>
          <a:bodyPr/>
          <a:lstStyle/>
          <a:p>
            <a:r>
              <a:t>Footer</a:t>
            </a:r>
          </a:p>
        </p:txBody>
      </p:sp>
      <p:sp>
        <p:nvSpPr>
          <p:cNvPr id="6" name="PlaceHolder 5"/>
          <p:cNvSpPr>
            <a:spLocks noGrp="1"/>
          </p:cNvSpPr>
          <p:nvPr>
            <p:ph type="sldNum" idx="29"/>
          </p:nvPr>
        </p:nvSpPr>
        <p:spPr/>
        <p:txBody>
          <a:bodyPr/>
          <a:lstStyle/>
          <a:p>
            <a:fld id="{EA43599E-E065-47CC-A929-06EC32AA428B}" type="slidenum">
              <a:rPr/>
            </a:fld>
            <a:endParaRPr/>
          </a:p>
        </p:txBody>
      </p:sp>
      <p:sp>
        <p:nvSpPr>
          <p:cNvPr id="7" name="PlaceHolder 6"/>
          <p:cNvSpPr>
            <a:spLocks noGrp="1"/>
          </p:cNvSpPr>
          <p:nvPr>
            <p:ph type="dt" idx="30"/>
          </p:nvPr>
        </p:nvSpPr>
        <p:spPr/>
        <p:txBody>
          <a:bodyPr/>
          <a:lstStyle/>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fault 2">
    <p:spTree>
      <p:nvGrpSpPr>
        <p:cNvPr id="1" name=""/>
        <p:cNvGrpSpPr/>
        <p:nvPr/>
      </p:nvGrpSpPr>
      <p:grpSpPr>
        <a:xfrm>
          <a:off x="0" y="0"/>
          <a:ext cx="0" cy="0"/>
          <a:chOff x="0" y="0"/>
          <a:chExt cx="0" cy="0"/>
        </a:xfrm>
      </p:grpSpPr>
      <p:sp>
        <p:nvSpPr>
          <p:cNvPr id="9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96"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9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31"/>
          </p:nvPr>
        </p:nvSpPr>
        <p:spPr/>
        <p:txBody>
          <a:bodyPr/>
          <a:lstStyle/>
          <a:p>
            <a:r>
              <a:t>Footer</a:t>
            </a:r>
          </a:p>
        </p:txBody>
      </p:sp>
      <p:sp>
        <p:nvSpPr>
          <p:cNvPr id="6" name="PlaceHolder 5"/>
          <p:cNvSpPr>
            <a:spLocks noGrp="1"/>
          </p:cNvSpPr>
          <p:nvPr>
            <p:ph type="sldNum" idx="32"/>
          </p:nvPr>
        </p:nvSpPr>
        <p:spPr/>
        <p:txBody>
          <a:bodyPr/>
          <a:lstStyle/>
          <a:p>
            <a:fld id="{EBAF463E-C637-409A-9B7A-E1536D8DC4AB}" type="slidenum">
              <a:rPr/>
            </a:fld>
            <a:endParaRPr/>
          </a:p>
        </p:txBody>
      </p:sp>
      <p:sp>
        <p:nvSpPr>
          <p:cNvPr id="7" name="PlaceHolder 6"/>
          <p:cNvSpPr>
            <a:spLocks noGrp="1"/>
          </p:cNvSpPr>
          <p:nvPr>
            <p:ph type="dt" idx="33"/>
          </p:nvPr>
        </p:nvSpPr>
        <p:spPr/>
        <p:txBody>
          <a:bodyPr/>
          <a:lstStyle/>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efault 3">
    <p:spTree>
      <p:nvGrpSpPr>
        <p:cNvPr id="1" name=""/>
        <p:cNvGrpSpPr/>
        <p:nvPr/>
      </p:nvGrpSpPr>
      <p:grpSpPr>
        <a:xfrm>
          <a:off x="0" y="0"/>
          <a:ext cx="0" cy="0"/>
          <a:chOff x="0" y="0"/>
          <a:chExt cx="0" cy="0"/>
        </a:xfrm>
      </p:grpSpPr>
      <p:sp>
        <p:nvSpPr>
          <p:cNvPr id="10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07"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108"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34"/>
          </p:nvPr>
        </p:nvSpPr>
        <p:spPr/>
        <p:txBody>
          <a:bodyPr/>
          <a:lstStyle/>
          <a:p>
            <a:r>
              <a:t>Footer</a:t>
            </a:r>
          </a:p>
        </p:txBody>
      </p:sp>
      <p:sp>
        <p:nvSpPr>
          <p:cNvPr id="6" name="PlaceHolder 5"/>
          <p:cNvSpPr>
            <a:spLocks noGrp="1"/>
          </p:cNvSpPr>
          <p:nvPr>
            <p:ph type="sldNum" idx="35"/>
          </p:nvPr>
        </p:nvSpPr>
        <p:spPr/>
        <p:txBody>
          <a:bodyPr/>
          <a:lstStyle/>
          <a:p>
            <a:fld id="{10E5A9BF-34B6-493F-890C-21F35D282418}" type="slidenum">
              <a:rPr/>
            </a:fld>
            <a:endParaRPr/>
          </a:p>
        </p:txBody>
      </p:sp>
      <p:sp>
        <p:nvSpPr>
          <p:cNvPr id="7" name="PlaceHolder 6"/>
          <p:cNvSpPr>
            <a:spLocks noGrp="1"/>
          </p:cNvSpPr>
          <p:nvPr>
            <p:ph type="dt" idx="36"/>
          </p:nvPr>
        </p:nvSpPr>
        <p:spPr/>
        <p:txBody>
          <a:bodyPr/>
          <a:lstStyle/>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efault 4">
    <p:spTree>
      <p:nvGrpSpPr>
        <p:cNvPr id="1" name=""/>
        <p:cNvGrpSpPr/>
        <p:nvPr/>
      </p:nvGrpSpPr>
      <p:grpSpPr>
        <a:xfrm>
          <a:off x="0" y="0"/>
          <a:ext cx="0" cy="0"/>
          <a:chOff x="0" y="0"/>
          <a:chExt cx="0" cy="0"/>
        </a:xfrm>
      </p:grpSpPr>
      <p:sp>
        <p:nvSpPr>
          <p:cNvPr id="11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1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11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37"/>
          </p:nvPr>
        </p:nvSpPr>
        <p:spPr/>
        <p:txBody>
          <a:bodyPr/>
          <a:lstStyle/>
          <a:p>
            <a:r>
              <a:t>Footer</a:t>
            </a:r>
          </a:p>
        </p:txBody>
      </p:sp>
      <p:sp>
        <p:nvSpPr>
          <p:cNvPr id="6" name="PlaceHolder 5"/>
          <p:cNvSpPr>
            <a:spLocks noGrp="1"/>
          </p:cNvSpPr>
          <p:nvPr>
            <p:ph type="sldNum" idx="38"/>
          </p:nvPr>
        </p:nvSpPr>
        <p:spPr/>
        <p:txBody>
          <a:bodyPr/>
          <a:lstStyle/>
          <a:p>
            <a:fld id="{B96B3B4B-1843-4615-997A-381DC39DF13C}" type="slidenum">
              <a:rPr/>
            </a:fld>
            <a:endParaRPr/>
          </a:p>
        </p:txBody>
      </p:sp>
      <p:sp>
        <p:nvSpPr>
          <p:cNvPr id="7" name="PlaceHolder 6"/>
          <p:cNvSpPr>
            <a:spLocks noGrp="1"/>
          </p:cNvSpPr>
          <p:nvPr>
            <p:ph type="dt" idx="39"/>
          </p:nvPr>
        </p:nvSpPr>
        <p:spPr/>
        <p:txBody>
          <a:bodyPr/>
          <a:lstStyle/>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efault 5">
    <p:spTree>
      <p:nvGrpSpPr>
        <p:cNvPr id="1" name=""/>
        <p:cNvGrpSpPr/>
        <p:nvPr/>
      </p:nvGrpSpPr>
      <p:grpSpPr>
        <a:xfrm>
          <a:off x="0" y="0"/>
          <a:ext cx="0" cy="0"/>
          <a:chOff x="0" y="0"/>
          <a:chExt cx="0" cy="0"/>
        </a:xfrm>
      </p:grpSpPr>
      <p:sp>
        <p:nvSpPr>
          <p:cNvPr id="12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2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12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5" name="PlaceHolder 4"/>
          <p:cNvSpPr>
            <a:spLocks noGrp="1"/>
          </p:cNvSpPr>
          <p:nvPr>
            <p:ph type="ftr" idx="40"/>
          </p:nvPr>
        </p:nvSpPr>
        <p:spPr/>
        <p:txBody>
          <a:bodyPr/>
          <a:lstStyle/>
          <a:p>
            <a:r>
              <a:t>Footer</a:t>
            </a:r>
          </a:p>
        </p:txBody>
      </p:sp>
      <p:sp>
        <p:nvSpPr>
          <p:cNvPr id="6" name="PlaceHolder 5"/>
          <p:cNvSpPr>
            <a:spLocks noGrp="1"/>
          </p:cNvSpPr>
          <p:nvPr>
            <p:ph type="sldNum" idx="41"/>
          </p:nvPr>
        </p:nvSpPr>
        <p:spPr/>
        <p:txBody>
          <a:bodyPr/>
          <a:lstStyle/>
          <a:p>
            <a:fld id="{2759EFD7-C00D-45DA-988C-D12ED79C9E70}" type="slidenum">
              <a:rPr/>
            </a:fld>
            <a:endParaRPr/>
          </a:p>
        </p:txBody>
      </p:sp>
      <p:sp>
        <p:nvSpPr>
          <p:cNvPr id="7" name="PlaceHolder 6"/>
          <p:cNvSpPr>
            <a:spLocks noGrp="1"/>
          </p:cNvSpPr>
          <p:nvPr>
            <p:ph type="dt" idx="42"/>
          </p:nvPr>
        </p:nvSpPr>
        <p:spPr/>
        <p:txBody>
          <a:bodyPr/>
          <a:lstStyle/>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Default 5">
    <p:spTree>
      <p:nvGrpSpPr>
        <p:cNvPr id="1" name=""/>
        <p:cNvGrpSpPr/>
        <p:nvPr/>
      </p:nvGrpSpPr>
      <p:grpSpPr>
        <a:xfrm>
          <a:off x="0" y="0"/>
          <a:ext cx="0" cy="0"/>
          <a:chOff x="0" y="0"/>
          <a:chExt cx="0" cy="0"/>
        </a:xfrm>
      </p:grpSpPr>
      <p:sp>
        <p:nvSpPr>
          <p:cNvPr id="13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 name="PlaceHolder 2"/>
          <p:cNvSpPr>
            <a:spLocks noGrp="1"/>
          </p:cNvSpPr>
          <p:nvPr>
            <p:ph type="ftr" idx="40"/>
          </p:nvPr>
        </p:nvSpPr>
        <p:spPr/>
        <p:txBody>
          <a:bodyPr/>
          <a:lstStyle/>
          <a:p>
            <a:r>
              <a:t>Footer</a:t>
            </a:r>
          </a:p>
        </p:txBody>
      </p:sp>
      <p:sp>
        <p:nvSpPr>
          <p:cNvPr id="4" name="PlaceHolder 3"/>
          <p:cNvSpPr>
            <a:spLocks noGrp="1"/>
          </p:cNvSpPr>
          <p:nvPr>
            <p:ph type="sldNum" idx="41"/>
          </p:nvPr>
        </p:nvSpPr>
        <p:spPr/>
        <p:txBody>
          <a:bodyPr/>
          <a:lstStyle/>
          <a:p>
            <a:fld id="{ADC47868-AEFF-4F45-B323-7EAEFDF96199}" type="slidenum">
              <a:rPr/>
            </a:fld>
            <a:endParaRPr/>
          </a:p>
        </p:txBody>
      </p:sp>
      <p:sp>
        <p:nvSpPr>
          <p:cNvPr id="5" name="PlaceHolder 4"/>
          <p:cNvSpPr>
            <a:spLocks noGrp="1"/>
          </p:cNvSpPr>
          <p:nvPr>
            <p:ph type="dt" idx="42"/>
          </p:nvPr>
        </p:nvSpPr>
        <p:spPr/>
        <p:txBody>
          <a:bodyPr/>
          <a:lstStyle/>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efault 5">
    <p:spTree>
      <p:nvGrpSpPr>
        <p:cNvPr id="1" name=""/>
        <p:cNvGrpSpPr/>
        <p:nvPr/>
      </p:nvGrpSpPr>
      <p:grpSpPr>
        <a:xfrm>
          <a:off x="0" y="0"/>
          <a:ext cx="0" cy="0"/>
          <a:chOff x="0" y="0"/>
          <a:chExt cx="0" cy="0"/>
        </a:xfrm>
      </p:grpSpPr>
      <p:sp>
        <p:nvSpPr>
          <p:cNvPr id="13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32"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0"/>
          </p:nvPr>
        </p:nvSpPr>
        <p:spPr/>
        <p:txBody>
          <a:bodyPr/>
          <a:lstStyle/>
          <a:p>
            <a:r>
              <a:t>Footer</a:t>
            </a:r>
          </a:p>
        </p:txBody>
      </p:sp>
      <p:sp>
        <p:nvSpPr>
          <p:cNvPr id="5" name="PlaceHolder 4"/>
          <p:cNvSpPr>
            <a:spLocks noGrp="1"/>
          </p:cNvSpPr>
          <p:nvPr>
            <p:ph type="sldNum" idx="41"/>
          </p:nvPr>
        </p:nvSpPr>
        <p:spPr/>
        <p:txBody>
          <a:bodyPr/>
          <a:lstStyle/>
          <a:p>
            <a:fld id="{B6AD21DB-0A70-4F02-88FA-8C40B4377687}" type="slidenum">
              <a:rPr/>
            </a:fld>
            <a:endParaRPr/>
          </a:p>
        </p:txBody>
      </p:sp>
      <p:sp>
        <p:nvSpPr>
          <p:cNvPr id="6" name="PlaceHolder 5"/>
          <p:cNvSpPr>
            <a:spLocks noGrp="1"/>
          </p:cNvSpPr>
          <p:nvPr>
            <p:ph type="dt" idx="42"/>
          </p:nvPr>
        </p:nvSpPr>
        <p:spPr/>
        <p:txBody>
          <a:bodyPr/>
          <a:lstStyle/>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Default 5">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5F16C7D9-A14F-43E3-A781-17C93528CDF4}" type="slidenum">
              <a:rPr/>
            </a:fld>
            <a:endParaRPr/>
          </a:p>
        </p:txBody>
      </p:sp>
      <p:sp>
        <p:nvSpPr>
          <p:cNvPr id="4" name="PlaceHolder 3"/>
          <p:cNvSpPr>
            <a:spLocks noGrp="1"/>
          </p:cNvSpPr>
          <p:nvPr>
            <p:ph type="dt" idx="42"/>
          </p:nvPr>
        </p:nvSpPr>
        <p:spPr/>
        <p:txBody>
          <a:bodyPr/>
          <a:lstStyle/>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Default 5">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0EE90039-0CEE-40C1-8BA8-9169DEF308C3}" type="slidenum">
              <a:rPr/>
            </a:fld>
            <a:endParaRPr/>
          </a:p>
        </p:txBody>
      </p:sp>
      <p:sp>
        <p:nvSpPr>
          <p:cNvPr id="4" name="PlaceHolder 3"/>
          <p:cNvSpPr>
            <a:spLocks noGrp="1"/>
          </p:cNvSpPr>
          <p:nvPr>
            <p:ph type="dt" idx="42"/>
          </p:nvPr>
        </p:nvSpPr>
        <p:spPr/>
        <p:txBody>
          <a:bodyPr/>
          <a:lstStyle/>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Default 5">
    <p:spTree>
      <p:nvGrpSpPr>
        <p:cNvPr id="1" name=""/>
        <p:cNvGrpSpPr/>
        <p:nvPr/>
      </p:nvGrpSpPr>
      <p:grpSpPr>
        <a:xfrm>
          <a:off x="0" y="0"/>
          <a:ext cx="0" cy="0"/>
          <a:chOff x="0" y="0"/>
          <a:chExt cx="0" cy="0"/>
        </a:xfrm>
      </p:grpSpPr>
      <p:sp>
        <p:nvSpPr>
          <p:cNvPr id="13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34"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0"/>
          </p:nvPr>
        </p:nvSpPr>
        <p:spPr/>
        <p:txBody>
          <a:bodyPr/>
          <a:lstStyle/>
          <a:p>
            <a:r>
              <a:t>Footer</a:t>
            </a:r>
          </a:p>
        </p:txBody>
      </p:sp>
      <p:sp>
        <p:nvSpPr>
          <p:cNvPr id="5" name="PlaceHolder 4"/>
          <p:cNvSpPr>
            <a:spLocks noGrp="1"/>
          </p:cNvSpPr>
          <p:nvPr>
            <p:ph type="sldNum" idx="41"/>
          </p:nvPr>
        </p:nvSpPr>
        <p:spPr/>
        <p:txBody>
          <a:bodyPr/>
          <a:lstStyle/>
          <a:p>
            <a:fld id="{924D4FF2-B026-4AC1-A2E1-F2F78E064B69}" type="slidenum">
              <a:rPr/>
            </a:fld>
            <a:endParaRPr/>
          </a:p>
        </p:txBody>
      </p:sp>
      <p:sp>
        <p:nvSpPr>
          <p:cNvPr id="6" name="PlaceHolder 5"/>
          <p:cNvSpPr>
            <a:spLocks noGrp="1"/>
          </p:cNvSpPr>
          <p:nvPr>
            <p:ph type="dt" idx="42"/>
          </p:nvPr>
        </p:nvSpPr>
        <p:spPr/>
        <p:txBody>
          <a:bodyPr/>
          <a:lstStyle/>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Default 5">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409E53C5-CBD7-40D6-AF32-5F262F1C813E}" type="slidenum">
              <a:rPr/>
            </a:fld>
            <a:endParaRPr/>
          </a:p>
        </p:txBody>
      </p:sp>
      <p:sp>
        <p:nvSpPr>
          <p:cNvPr id="4" name="PlaceHolder 3"/>
          <p:cNvSpPr>
            <a:spLocks noGrp="1"/>
          </p:cNvSpPr>
          <p:nvPr>
            <p:ph type="dt" idx="42"/>
          </p:nvPr>
        </p:nvSpPr>
        <p:spPr/>
        <p:txBody>
          <a:bodyPr/>
          <a:lstStyle/>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efault 6">
    <p:spTree>
      <p:nvGrpSpPr>
        <p:cNvPr id="1" name=""/>
        <p:cNvGrpSpPr/>
        <p:nvPr/>
      </p:nvGrpSpPr>
      <p:grpSpPr>
        <a:xfrm>
          <a:off x="0" y="0"/>
          <a:ext cx="0" cy="0"/>
          <a:chOff x="0" y="0"/>
          <a:chExt cx="0" cy="0"/>
        </a:xfrm>
      </p:grpSpPr>
      <p:sp>
        <p:nvSpPr>
          <p:cNvPr id="14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42"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3"/>
          </p:nvPr>
        </p:nvSpPr>
        <p:spPr/>
        <p:txBody>
          <a:bodyPr/>
          <a:lstStyle/>
          <a:p>
            <a:r>
              <a:t>Footer</a:t>
            </a:r>
          </a:p>
        </p:txBody>
      </p:sp>
      <p:sp>
        <p:nvSpPr>
          <p:cNvPr id="5" name="PlaceHolder 4"/>
          <p:cNvSpPr>
            <a:spLocks noGrp="1"/>
          </p:cNvSpPr>
          <p:nvPr>
            <p:ph type="sldNum" idx="44"/>
          </p:nvPr>
        </p:nvSpPr>
        <p:spPr/>
        <p:txBody>
          <a:bodyPr/>
          <a:lstStyle/>
          <a:p>
            <a:fld id="{8B40DE6A-CE7F-4657-88EA-971AF47D11BD}" type="slidenum">
              <a:rPr/>
            </a:fld>
            <a:endParaRPr/>
          </a:p>
        </p:txBody>
      </p:sp>
      <p:sp>
        <p:nvSpPr>
          <p:cNvPr id="6" name="PlaceHolder 5"/>
          <p:cNvSpPr>
            <a:spLocks noGrp="1"/>
          </p:cNvSpPr>
          <p:nvPr>
            <p:ph type="dt" idx="45"/>
          </p:nvPr>
        </p:nvSpPr>
        <p:spPr/>
        <p:txBody>
          <a:bodyPr/>
          <a:lstStyle/>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Default 7">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lstStyle/>
          <a:p>
            <a:r>
              <a:t>Footer</a:t>
            </a:r>
          </a:p>
        </p:txBody>
      </p:sp>
      <p:sp>
        <p:nvSpPr>
          <p:cNvPr id="3" name="PlaceHolder 2"/>
          <p:cNvSpPr>
            <a:spLocks noGrp="1"/>
          </p:cNvSpPr>
          <p:nvPr>
            <p:ph type="sldNum" idx="47"/>
          </p:nvPr>
        </p:nvSpPr>
        <p:spPr/>
        <p:txBody>
          <a:bodyPr/>
          <a:lstStyle/>
          <a:p>
            <a:fld id="{97B546F2-305E-4F59-B14D-20E5DF489B11}" type="slidenum">
              <a:rPr/>
            </a:fld>
            <a:endParaRPr/>
          </a:p>
        </p:txBody>
      </p:sp>
      <p:sp>
        <p:nvSpPr>
          <p:cNvPr id="4" name="PlaceHolder 3"/>
          <p:cNvSpPr>
            <a:spLocks noGrp="1"/>
          </p:cNvSpPr>
          <p:nvPr>
            <p:ph type="dt" idx="48"/>
          </p:nvPr>
        </p:nvSpPr>
        <p:spPr/>
        <p:txBody>
          <a:bodyPr/>
          <a:lstStyle/>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Default 8">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lstStyle/>
          <a:p>
            <a:r>
              <a:t>Footer</a:t>
            </a:r>
          </a:p>
        </p:txBody>
      </p:sp>
      <p:sp>
        <p:nvSpPr>
          <p:cNvPr id="3" name="PlaceHolder 2"/>
          <p:cNvSpPr>
            <a:spLocks noGrp="1"/>
          </p:cNvSpPr>
          <p:nvPr>
            <p:ph type="sldNum" idx="50"/>
          </p:nvPr>
        </p:nvSpPr>
        <p:spPr/>
        <p:txBody>
          <a:bodyPr/>
          <a:lstStyle/>
          <a:p>
            <a:fld id="{34FC62E0-D1D8-4959-A0EE-648097345274}" type="slidenum">
              <a:rPr/>
            </a:fld>
            <a:endParaRPr/>
          </a:p>
        </p:txBody>
      </p:sp>
      <p:sp>
        <p:nvSpPr>
          <p:cNvPr id="4" name="PlaceHolder 3"/>
          <p:cNvSpPr>
            <a:spLocks noGrp="1"/>
          </p:cNvSpPr>
          <p:nvPr>
            <p:ph type="dt" idx="51"/>
          </p:nvPr>
        </p:nvSpPr>
        <p:spPr/>
        <p:txBody>
          <a:bodyPr/>
          <a:lstStyle/>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Default 9">
    <p:spTree>
      <p:nvGrpSpPr>
        <p:cNvPr id="1" name=""/>
        <p:cNvGrpSpPr/>
        <p:nvPr/>
      </p:nvGrpSpPr>
      <p:grpSpPr>
        <a:xfrm>
          <a:off x="0" y="0"/>
          <a:ext cx="0" cy="0"/>
          <a:chOff x="0" y="0"/>
          <a:chExt cx="0" cy="0"/>
        </a:xfrm>
      </p:grpSpPr>
      <p:sp>
        <p:nvSpPr>
          <p:cNvPr id="16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6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52"/>
          </p:nvPr>
        </p:nvSpPr>
        <p:spPr/>
        <p:txBody>
          <a:bodyPr/>
          <a:lstStyle/>
          <a:p>
            <a:r>
              <a:t>Footer</a:t>
            </a:r>
          </a:p>
        </p:txBody>
      </p:sp>
      <p:sp>
        <p:nvSpPr>
          <p:cNvPr id="5" name="PlaceHolder 4"/>
          <p:cNvSpPr>
            <a:spLocks noGrp="1"/>
          </p:cNvSpPr>
          <p:nvPr>
            <p:ph type="sldNum" idx="53"/>
          </p:nvPr>
        </p:nvSpPr>
        <p:spPr/>
        <p:txBody>
          <a:bodyPr/>
          <a:lstStyle/>
          <a:p>
            <a:fld id="{2BB6CDB0-A3BC-450B-835F-63B7DFB1512C}" type="slidenum">
              <a:rPr/>
            </a:fld>
            <a:endParaRPr/>
          </a:p>
        </p:txBody>
      </p:sp>
      <p:sp>
        <p:nvSpPr>
          <p:cNvPr id="6" name="PlaceHolder 5"/>
          <p:cNvSpPr>
            <a:spLocks noGrp="1"/>
          </p:cNvSpPr>
          <p:nvPr>
            <p:ph type="dt" idx="54"/>
          </p:nvPr>
        </p:nvSpPr>
        <p:spPr/>
        <p:txBody>
          <a:bodyPr/>
          <a:lstStyle/>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10">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lstStyle/>
          <a:p>
            <a:r>
              <a:t>Footer</a:t>
            </a:r>
          </a:p>
        </p:txBody>
      </p:sp>
      <p:sp>
        <p:nvSpPr>
          <p:cNvPr id="3" name="PlaceHolder 2"/>
          <p:cNvSpPr>
            <a:spLocks noGrp="1"/>
          </p:cNvSpPr>
          <p:nvPr>
            <p:ph type="sldNum" idx="56"/>
          </p:nvPr>
        </p:nvSpPr>
        <p:spPr/>
        <p:txBody>
          <a:bodyPr/>
          <a:lstStyle/>
          <a:p>
            <a:fld id="{D272B635-D1DA-4FA9-9262-47B55AE3C9FD}" type="slidenum">
              <a:rPr/>
            </a:fld>
            <a:endParaRPr/>
          </a:p>
        </p:txBody>
      </p:sp>
      <p:sp>
        <p:nvSpPr>
          <p:cNvPr id="4" name="PlaceHolder 3"/>
          <p:cNvSpPr>
            <a:spLocks noGrp="1"/>
          </p:cNvSpPr>
          <p:nvPr>
            <p:ph type="dt" idx="57"/>
          </p:nvPr>
        </p:nvSpPr>
        <p:spPr/>
        <p:txBody>
          <a:bodyPr/>
          <a:lstStyle/>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efault 11">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lstStyle/>
          <a:p>
            <a:r>
              <a:t>Footer</a:t>
            </a:r>
          </a:p>
        </p:txBody>
      </p:sp>
      <p:sp>
        <p:nvSpPr>
          <p:cNvPr id="3" name="PlaceHolder 2"/>
          <p:cNvSpPr>
            <a:spLocks noGrp="1"/>
          </p:cNvSpPr>
          <p:nvPr>
            <p:ph type="sldNum" idx="59"/>
          </p:nvPr>
        </p:nvSpPr>
        <p:spPr/>
        <p:txBody>
          <a:bodyPr/>
          <a:lstStyle/>
          <a:p>
            <a:fld id="{C5DE2C95-D014-4DC7-9361-3B6EE58388AA}" type="slidenum">
              <a:rPr/>
            </a:fld>
            <a:endParaRPr/>
          </a:p>
        </p:txBody>
      </p:sp>
      <p:sp>
        <p:nvSpPr>
          <p:cNvPr id="4" name="PlaceHolder 3"/>
          <p:cNvSpPr>
            <a:spLocks noGrp="1"/>
          </p:cNvSpPr>
          <p:nvPr>
            <p:ph type="dt" idx="60"/>
          </p:nvPr>
        </p:nvSpPr>
        <p:spPr/>
        <p:txBody>
          <a:bodyPr/>
          <a:lstStyle/>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Default 12">
    <p:spTree>
      <p:nvGrpSpPr>
        <p:cNvPr id="1" name=""/>
        <p:cNvGrpSpPr/>
        <p:nvPr/>
      </p:nvGrpSpPr>
      <p:grpSpPr>
        <a:xfrm>
          <a:off x="0" y="0"/>
          <a:ext cx="0" cy="0"/>
          <a:chOff x="0" y="0"/>
          <a:chExt cx="0" cy="0"/>
        </a:xfrm>
      </p:grpSpPr>
      <p:sp>
        <p:nvSpPr>
          <p:cNvPr id="17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7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61"/>
          </p:nvPr>
        </p:nvSpPr>
        <p:spPr/>
        <p:txBody>
          <a:bodyPr/>
          <a:lstStyle/>
          <a:p>
            <a:r>
              <a:t>Footer</a:t>
            </a:r>
          </a:p>
        </p:txBody>
      </p:sp>
      <p:sp>
        <p:nvSpPr>
          <p:cNvPr id="5" name="PlaceHolder 4"/>
          <p:cNvSpPr>
            <a:spLocks noGrp="1"/>
          </p:cNvSpPr>
          <p:nvPr>
            <p:ph type="sldNum" idx="62"/>
          </p:nvPr>
        </p:nvSpPr>
        <p:spPr/>
        <p:txBody>
          <a:bodyPr/>
          <a:lstStyle/>
          <a:p>
            <a:fld id="{D13C43F2-5276-46B5-B0BA-FEE078012B5F}" type="slidenum">
              <a:rPr/>
            </a:fld>
            <a:endParaRPr/>
          </a:p>
        </p:txBody>
      </p:sp>
      <p:sp>
        <p:nvSpPr>
          <p:cNvPr id="6" name="PlaceHolder 5"/>
          <p:cNvSpPr>
            <a:spLocks noGrp="1"/>
          </p:cNvSpPr>
          <p:nvPr>
            <p:ph type="dt" idx="63"/>
          </p:nvPr>
        </p:nvSpPr>
        <p:spPr/>
        <p:txBody>
          <a:bodyPr/>
          <a:lstStyle/>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Default 13">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lstStyle/>
          <a:p>
            <a:r>
              <a:t>Footer</a:t>
            </a:r>
          </a:p>
        </p:txBody>
      </p:sp>
      <p:sp>
        <p:nvSpPr>
          <p:cNvPr id="3" name="PlaceHolder 2"/>
          <p:cNvSpPr>
            <a:spLocks noGrp="1"/>
          </p:cNvSpPr>
          <p:nvPr>
            <p:ph type="sldNum" idx="65"/>
          </p:nvPr>
        </p:nvSpPr>
        <p:spPr/>
        <p:txBody>
          <a:bodyPr/>
          <a:lstStyle/>
          <a:p>
            <a:fld id="{B22BFEE1-A83A-43E0-8517-58DB52AB62DD}" type="slidenum">
              <a:rPr/>
            </a:fld>
            <a:endParaRPr/>
          </a:p>
        </p:txBody>
      </p:sp>
      <p:sp>
        <p:nvSpPr>
          <p:cNvPr id="4" name="PlaceHolder 3"/>
          <p:cNvSpPr>
            <a:spLocks noGrp="1"/>
          </p:cNvSpPr>
          <p:nvPr>
            <p:ph type="dt" idx="66"/>
          </p:nvPr>
        </p:nvSpPr>
        <p:spPr/>
        <p:txBody>
          <a:bodyPr/>
          <a:lstStyle/>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Default 14">
    <p:spTree>
      <p:nvGrpSpPr>
        <p:cNvPr id="1" name=""/>
        <p:cNvGrpSpPr/>
        <p:nvPr/>
      </p:nvGrpSpPr>
      <p:grpSpPr>
        <a:xfrm>
          <a:off x="0" y="0"/>
          <a:ext cx="0" cy="0"/>
          <a:chOff x="0" y="0"/>
          <a:chExt cx="0" cy="0"/>
        </a:xfrm>
      </p:grpSpPr>
      <p:sp>
        <p:nvSpPr>
          <p:cNvPr id="2" name="PlaceHolder 1"/>
          <p:cNvSpPr>
            <a:spLocks noGrp="1"/>
          </p:cNvSpPr>
          <p:nvPr>
            <p:ph type="ftr" idx="67"/>
          </p:nvPr>
        </p:nvSpPr>
        <p:spPr/>
        <p:txBody>
          <a:bodyPr/>
          <a:lstStyle/>
          <a:p>
            <a:r>
              <a:t>Footer</a:t>
            </a:r>
          </a:p>
        </p:txBody>
      </p:sp>
      <p:sp>
        <p:nvSpPr>
          <p:cNvPr id="3" name="PlaceHolder 2"/>
          <p:cNvSpPr>
            <a:spLocks noGrp="1"/>
          </p:cNvSpPr>
          <p:nvPr>
            <p:ph type="sldNum" idx="68"/>
          </p:nvPr>
        </p:nvSpPr>
        <p:spPr/>
        <p:txBody>
          <a:bodyPr/>
          <a:lstStyle/>
          <a:p>
            <a:fld id="{07B45210-C127-4FF8-B29F-50B3A439EFE5}" type="slidenum">
              <a:rPr/>
            </a:fld>
            <a:endParaRPr/>
          </a:p>
        </p:txBody>
      </p:sp>
      <p:sp>
        <p:nvSpPr>
          <p:cNvPr id="4" name="PlaceHolder 3"/>
          <p:cNvSpPr>
            <a:spLocks noGrp="1"/>
          </p:cNvSpPr>
          <p:nvPr>
            <p:ph type="dt" idx="69"/>
          </p:nvPr>
        </p:nvSpPr>
        <p:spPr/>
        <p:txBody>
          <a:bodyPr/>
          <a:lstStyle/>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x" preserve="1">
  <p:cSld name="Default 15">
    <p:spTree>
      <p:nvGrpSpPr>
        <p:cNvPr id="1" name=""/>
        <p:cNvGrpSpPr/>
        <p:nvPr/>
      </p:nvGrpSpPr>
      <p:grpSpPr>
        <a:xfrm>
          <a:off x="0" y="0"/>
          <a:ext cx="0" cy="0"/>
          <a:chOff x="0" y="0"/>
          <a:chExt cx="0" cy="0"/>
        </a:xfrm>
      </p:grpSpPr>
      <p:sp>
        <p:nvSpPr>
          <p:cNvPr id="19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9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0"/>
          </p:nvPr>
        </p:nvSpPr>
        <p:spPr/>
        <p:txBody>
          <a:bodyPr/>
          <a:lstStyle/>
          <a:p>
            <a:r>
              <a:t>Footer</a:t>
            </a:r>
          </a:p>
        </p:txBody>
      </p:sp>
      <p:sp>
        <p:nvSpPr>
          <p:cNvPr id="5" name="PlaceHolder 4"/>
          <p:cNvSpPr>
            <a:spLocks noGrp="1"/>
          </p:cNvSpPr>
          <p:nvPr>
            <p:ph type="sldNum" idx="71"/>
          </p:nvPr>
        </p:nvSpPr>
        <p:spPr/>
        <p:txBody>
          <a:bodyPr/>
          <a:lstStyle/>
          <a:p>
            <a:fld id="{42845301-5A34-4B51-87BF-425737FAA660}" type="slidenum">
              <a:rPr/>
            </a:fld>
            <a:endParaRPr/>
          </a:p>
        </p:txBody>
      </p:sp>
      <p:sp>
        <p:nvSpPr>
          <p:cNvPr id="6" name="PlaceHolder 5"/>
          <p:cNvSpPr>
            <a:spLocks noGrp="1"/>
          </p:cNvSpPr>
          <p:nvPr>
            <p:ph type="dt" idx="72"/>
          </p:nvPr>
        </p:nvSpPr>
        <p:spPr/>
        <p:txBody>
          <a:bodyPr/>
          <a:lstStyle/>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Default 16">
    <p:spTree>
      <p:nvGrpSpPr>
        <p:cNvPr id="1" name=""/>
        <p:cNvGrpSpPr/>
        <p:nvPr/>
      </p:nvGrpSpPr>
      <p:grpSpPr>
        <a:xfrm>
          <a:off x="0" y="0"/>
          <a:ext cx="0" cy="0"/>
          <a:chOff x="0" y="0"/>
          <a:chExt cx="0" cy="0"/>
        </a:xfrm>
      </p:grpSpPr>
      <p:sp>
        <p:nvSpPr>
          <p:cNvPr id="2" name="PlaceHolder 1"/>
          <p:cNvSpPr>
            <a:spLocks noGrp="1"/>
          </p:cNvSpPr>
          <p:nvPr>
            <p:ph type="ftr" idx="73"/>
          </p:nvPr>
        </p:nvSpPr>
        <p:spPr/>
        <p:txBody>
          <a:bodyPr/>
          <a:lstStyle/>
          <a:p>
            <a:r>
              <a:t>Footer</a:t>
            </a:r>
          </a:p>
        </p:txBody>
      </p:sp>
      <p:sp>
        <p:nvSpPr>
          <p:cNvPr id="3" name="PlaceHolder 2"/>
          <p:cNvSpPr>
            <a:spLocks noGrp="1"/>
          </p:cNvSpPr>
          <p:nvPr>
            <p:ph type="sldNum" idx="74"/>
          </p:nvPr>
        </p:nvSpPr>
        <p:spPr/>
        <p:txBody>
          <a:bodyPr/>
          <a:lstStyle/>
          <a:p>
            <a:fld id="{AAABA384-3E7F-4F77-ACA6-FB41C64C89DD}" type="slidenum">
              <a:rPr/>
            </a:fld>
            <a:endParaRPr/>
          </a:p>
        </p:txBody>
      </p:sp>
      <p:sp>
        <p:nvSpPr>
          <p:cNvPr id="4" name="PlaceHolder 3"/>
          <p:cNvSpPr>
            <a:spLocks noGrp="1"/>
          </p:cNvSpPr>
          <p:nvPr>
            <p:ph type="dt" idx="75"/>
          </p:nvPr>
        </p:nvSpPr>
        <p:spPr/>
        <p:txBody>
          <a:bodyPr/>
          <a:lstStyle/>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Default 17">
    <p:spTree>
      <p:nvGrpSpPr>
        <p:cNvPr id="1" name=""/>
        <p:cNvGrpSpPr/>
        <p:nvPr/>
      </p:nvGrpSpPr>
      <p:grpSpPr>
        <a:xfrm>
          <a:off x="0" y="0"/>
          <a:ext cx="0" cy="0"/>
          <a:chOff x="0" y="0"/>
          <a:chExt cx="0" cy="0"/>
        </a:xfrm>
      </p:grpSpPr>
      <p:sp>
        <p:nvSpPr>
          <p:cNvPr id="21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12"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6"/>
          </p:nvPr>
        </p:nvSpPr>
        <p:spPr/>
        <p:txBody>
          <a:bodyPr/>
          <a:lstStyle/>
          <a:p>
            <a:r>
              <a:t>Footer</a:t>
            </a:r>
          </a:p>
        </p:txBody>
      </p:sp>
      <p:sp>
        <p:nvSpPr>
          <p:cNvPr id="5" name="PlaceHolder 4"/>
          <p:cNvSpPr>
            <a:spLocks noGrp="1"/>
          </p:cNvSpPr>
          <p:nvPr>
            <p:ph type="sldNum" idx="77"/>
          </p:nvPr>
        </p:nvSpPr>
        <p:spPr/>
        <p:txBody>
          <a:bodyPr/>
          <a:lstStyle/>
          <a:p>
            <a:fld id="{4AD6AFD3-AC8A-4041-97BD-40507E3E4963}" type="slidenum">
              <a:rPr/>
            </a:fld>
            <a:endParaRPr/>
          </a:p>
        </p:txBody>
      </p:sp>
      <p:sp>
        <p:nvSpPr>
          <p:cNvPr id="6" name="PlaceHolder 5"/>
          <p:cNvSpPr>
            <a:spLocks noGrp="1"/>
          </p:cNvSpPr>
          <p:nvPr>
            <p:ph type="dt" idx="78"/>
          </p:nvPr>
        </p:nvSpPr>
        <p:spPr/>
        <p:txBody>
          <a:bodyPr/>
          <a:lstStyle/>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Default 18">
    <p:spTree>
      <p:nvGrpSpPr>
        <p:cNvPr id="1" name=""/>
        <p:cNvGrpSpPr/>
        <p:nvPr/>
      </p:nvGrpSpPr>
      <p:grpSpPr>
        <a:xfrm>
          <a:off x="0" y="0"/>
          <a:ext cx="0" cy="0"/>
          <a:chOff x="0" y="0"/>
          <a:chExt cx="0" cy="0"/>
        </a:xfrm>
      </p:grpSpPr>
      <p:sp>
        <p:nvSpPr>
          <p:cNvPr id="219"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20"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9"/>
          </p:nvPr>
        </p:nvSpPr>
        <p:spPr/>
        <p:txBody>
          <a:bodyPr/>
          <a:lstStyle/>
          <a:p>
            <a:r>
              <a:t>Footer</a:t>
            </a:r>
          </a:p>
        </p:txBody>
      </p:sp>
      <p:sp>
        <p:nvSpPr>
          <p:cNvPr id="5" name="PlaceHolder 4"/>
          <p:cNvSpPr>
            <a:spLocks noGrp="1"/>
          </p:cNvSpPr>
          <p:nvPr>
            <p:ph type="sldNum" idx="80"/>
          </p:nvPr>
        </p:nvSpPr>
        <p:spPr/>
        <p:txBody>
          <a:bodyPr/>
          <a:lstStyle/>
          <a:p>
            <a:fld id="{06E684B9-83F9-4544-B73D-B4B7BC5E96F9}" type="slidenum">
              <a:rPr/>
            </a:fld>
            <a:endParaRPr/>
          </a:p>
        </p:txBody>
      </p:sp>
      <p:sp>
        <p:nvSpPr>
          <p:cNvPr id="6" name="PlaceHolder 5"/>
          <p:cNvSpPr>
            <a:spLocks noGrp="1"/>
          </p:cNvSpPr>
          <p:nvPr>
            <p:ph type="dt" idx="81"/>
          </p:nvPr>
        </p:nvSpPr>
        <p:spPr/>
        <p:txBody>
          <a:bodyPr/>
          <a:lstStyle/>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Default 19">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lstStyle/>
          <a:p>
            <a:r>
              <a:t>Footer</a:t>
            </a:r>
          </a:p>
        </p:txBody>
      </p:sp>
      <p:sp>
        <p:nvSpPr>
          <p:cNvPr id="3" name="PlaceHolder 2"/>
          <p:cNvSpPr>
            <a:spLocks noGrp="1"/>
          </p:cNvSpPr>
          <p:nvPr>
            <p:ph type="sldNum" idx="83"/>
          </p:nvPr>
        </p:nvSpPr>
        <p:spPr/>
        <p:txBody>
          <a:bodyPr/>
          <a:lstStyle/>
          <a:p>
            <a:fld id="{2B05FF20-E4EC-429B-958E-DC07BCF3793F}" type="slidenum">
              <a:rPr/>
            </a:fld>
            <a:endParaRPr/>
          </a:p>
        </p:txBody>
      </p:sp>
      <p:sp>
        <p:nvSpPr>
          <p:cNvPr id="4" name="PlaceHolder 3"/>
          <p:cNvSpPr>
            <a:spLocks noGrp="1"/>
          </p:cNvSpPr>
          <p:nvPr>
            <p:ph type="dt" idx="84"/>
          </p:nvPr>
        </p:nvSpPr>
        <p:spPr/>
        <p:txBody>
          <a:bodyPr/>
          <a:lstStyle/>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20">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lstStyle/>
          <a:p>
            <a:r>
              <a:t>Footer</a:t>
            </a:r>
          </a:p>
        </p:txBody>
      </p:sp>
      <p:sp>
        <p:nvSpPr>
          <p:cNvPr id="3" name="PlaceHolder 2"/>
          <p:cNvSpPr>
            <a:spLocks noGrp="1"/>
          </p:cNvSpPr>
          <p:nvPr>
            <p:ph type="sldNum" idx="86"/>
          </p:nvPr>
        </p:nvSpPr>
        <p:spPr/>
        <p:txBody>
          <a:bodyPr/>
          <a:lstStyle/>
          <a:p>
            <a:fld id="{D03AA5A3-B8AD-40D6-8880-96372E47FB9D}" type="slidenum">
              <a:rPr/>
            </a:fld>
            <a:endParaRPr/>
          </a:p>
        </p:txBody>
      </p:sp>
      <p:sp>
        <p:nvSpPr>
          <p:cNvPr id="4" name="PlaceHolder 3"/>
          <p:cNvSpPr>
            <a:spLocks noGrp="1"/>
          </p:cNvSpPr>
          <p:nvPr>
            <p:ph type="dt" idx="87"/>
          </p:nvPr>
        </p:nvSpPr>
        <p:spPr/>
        <p:txBody>
          <a:bodyPr/>
          <a:lstStyle/>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Default 21">
    <p:spTree>
      <p:nvGrpSpPr>
        <p:cNvPr id="1" name=""/>
        <p:cNvGrpSpPr/>
        <p:nvPr/>
      </p:nvGrpSpPr>
      <p:grpSpPr>
        <a:xfrm>
          <a:off x="0" y="0"/>
          <a:ext cx="0" cy="0"/>
          <a:chOff x="0" y="0"/>
          <a:chExt cx="0" cy="0"/>
        </a:xfrm>
      </p:grpSpPr>
      <p:sp>
        <p:nvSpPr>
          <p:cNvPr id="23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38"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88"/>
          </p:nvPr>
        </p:nvSpPr>
        <p:spPr/>
        <p:txBody>
          <a:bodyPr/>
          <a:lstStyle/>
          <a:p>
            <a:r>
              <a:t>Footer</a:t>
            </a:r>
          </a:p>
        </p:txBody>
      </p:sp>
      <p:sp>
        <p:nvSpPr>
          <p:cNvPr id="5" name="PlaceHolder 4"/>
          <p:cNvSpPr>
            <a:spLocks noGrp="1"/>
          </p:cNvSpPr>
          <p:nvPr>
            <p:ph type="sldNum" idx="89"/>
          </p:nvPr>
        </p:nvSpPr>
        <p:spPr/>
        <p:txBody>
          <a:bodyPr/>
          <a:lstStyle/>
          <a:p>
            <a:fld id="{1011A50F-88E9-4CDF-AF7F-0DDA36FE30F1}" type="slidenum">
              <a:rPr/>
            </a:fld>
            <a:endParaRPr/>
          </a:p>
        </p:txBody>
      </p:sp>
      <p:sp>
        <p:nvSpPr>
          <p:cNvPr id="6" name="PlaceHolder 5"/>
          <p:cNvSpPr>
            <a:spLocks noGrp="1"/>
          </p:cNvSpPr>
          <p:nvPr>
            <p:ph type="dt" idx="90"/>
          </p:nvPr>
        </p:nvSpPr>
        <p:spPr/>
        <p:txBody>
          <a:bodyPr/>
          <a:lstStyle/>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Default 22">
    <p:spTree>
      <p:nvGrpSpPr>
        <p:cNvPr id="1" name=""/>
        <p:cNvGrpSpPr/>
        <p:nvPr/>
      </p:nvGrpSpPr>
      <p:grpSpPr>
        <a:xfrm>
          <a:off x="0" y="0"/>
          <a:ext cx="0" cy="0"/>
          <a:chOff x="0" y="0"/>
          <a:chExt cx="0" cy="0"/>
        </a:xfrm>
      </p:grpSpPr>
      <p:sp>
        <p:nvSpPr>
          <p:cNvPr id="2" name="PlaceHolder 1"/>
          <p:cNvSpPr>
            <a:spLocks noGrp="1"/>
          </p:cNvSpPr>
          <p:nvPr>
            <p:ph type="ftr" idx="91"/>
          </p:nvPr>
        </p:nvSpPr>
        <p:spPr/>
        <p:txBody>
          <a:bodyPr/>
          <a:lstStyle/>
          <a:p>
            <a:r>
              <a:t>Footer</a:t>
            </a:r>
          </a:p>
        </p:txBody>
      </p:sp>
      <p:sp>
        <p:nvSpPr>
          <p:cNvPr id="3" name="PlaceHolder 2"/>
          <p:cNvSpPr>
            <a:spLocks noGrp="1"/>
          </p:cNvSpPr>
          <p:nvPr>
            <p:ph type="sldNum" idx="92"/>
          </p:nvPr>
        </p:nvSpPr>
        <p:spPr/>
        <p:txBody>
          <a:bodyPr/>
          <a:lstStyle/>
          <a:p>
            <a:fld id="{8B00703B-EBEA-4285-8582-FCF4A803E843}" type="slidenum">
              <a:rPr/>
            </a:fld>
            <a:endParaRPr/>
          </a:p>
        </p:txBody>
      </p:sp>
      <p:sp>
        <p:nvSpPr>
          <p:cNvPr id="4" name="PlaceHolder 3"/>
          <p:cNvSpPr>
            <a:spLocks noGrp="1"/>
          </p:cNvSpPr>
          <p:nvPr>
            <p:ph type="dt" idx="93"/>
          </p:nvPr>
        </p:nvSpPr>
        <p:spPr/>
        <p:txBody>
          <a:bodyPr/>
          <a:lstStyle/>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Default 23">
    <p:spTree>
      <p:nvGrpSpPr>
        <p:cNvPr id="1" name=""/>
        <p:cNvGrpSpPr/>
        <p:nvPr/>
      </p:nvGrpSpPr>
      <p:grpSpPr>
        <a:xfrm>
          <a:off x="0" y="0"/>
          <a:ext cx="0" cy="0"/>
          <a:chOff x="0" y="0"/>
          <a:chExt cx="0" cy="0"/>
        </a:xfrm>
      </p:grpSpPr>
      <p:sp>
        <p:nvSpPr>
          <p:cNvPr id="2" name="PlaceHolder 1"/>
          <p:cNvSpPr>
            <a:spLocks noGrp="1"/>
          </p:cNvSpPr>
          <p:nvPr>
            <p:ph type="ftr" idx="94"/>
          </p:nvPr>
        </p:nvSpPr>
        <p:spPr/>
        <p:txBody>
          <a:bodyPr/>
          <a:lstStyle/>
          <a:p>
            <a:r>
              <a:t>Footer</a:t>
            </a:r>
          </a:p>
        </p:txBody>
      </p:sp>
      <p:sp>
        <p:nvSpPr>
          <p:cNvPr id="3" name="PlaceHolder 2"/>
          <p:cNvSpPr>
            <a:spLocks noGrp="1"/>
          </p:cNvSpPr>
          <p:nvPr>
            <p:ph type="sldNum" idx="95"/>
          </p:nvPr>
        </p:nvSpPr>
        <p:spPr/>
        <p:txBody>
          <a:bodyPr/>
          <a:lstStyle/>
          <a:p>
            <a:fld id="{C0C47EE3-BFE3-4888-9926-0D7EA900ACF1}" type="slidenum">
              <a:rPr/>
            </a:fld>
            <a:endParaRPr/>
          </a:p>
        </p:txBody>
      </p:sp>
      <p:sp>
        <p:nvSpPr>
          <p:cNvPr id="4" name="PlaceHolder 3"/>
          <p:cNvSpPr>
            <a:spLocks noGrp="1"/>
          </p:cNvSpPr>
          <p:nvPr>
            <p:ph type="dt" idx="96"/>
          </p:nvPr>
        </p:nvSpPr>
        <p:spPr/>
        <p:txBody>
          <a:bodyPr/>
          <a:lstStyle/>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Default 24">
    <p:spTree>
      <p:nvGrpSpPr>
        <p:cNvPr id="1" name=""/>
        <p:cNvGrpSpPr/>
        <p:nvPr/>
      </p:nvGrpSpPr>
      <p:grpSpPr>
        <a:xfrm>
          <a:off x="0" y="0"/>
          <a:ext cx="0" cy="0"/>
          <a:chOff x="0" y="0"/>
          <a:chExt cx="0" cy="0"/>
        </a:xfrm>
      </p:grpSpPr>
      <p:sp>
        <p:nvSpPr>
          <p:cNvPr id="25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57"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97"/>
          </p:nvPr>
        </p:nvSpPr>
        <p:spPr/>
        <p:txBody>
          <a:bodyPr/>
          <a:lstStyle/>
          <a:p>
            <a:r>
              <a:t>Footer</a:t>
            </a:r>
          </a:p>
        </p:txBody>
      </p:sp>
      <p:sp>
        <p:nvSpPr>
          <p:cNvPr id="5" name="PlaceHolder 4"/>
          <p:cNvSpPr>
            <a:spLocks noGrp="1"/>
          </p:cNvSpPr>
          <p:nvPr>
            <p:ph type="sldNum" idx="98"/>
          </p:nvPr>
        </p:nvSpPr>
        <p:spPr/>
        <p:txBody>
          <a:bodyPr/>
          <a:lstStyle/>
          <a:p>
            <a:fld id="{6C66BD07-4686-413C-81B7-DEB53E47B95D}" type="slidenum">
              <a:rPr/>
            </a:fld>
            <a:endParaRPr/>
          </a:p>
        </p:txBody>
      </p:sp>
      <p:sp>
        <p:nvSpPr>
          <p:cNvPr id="6" name="PlaceHolder 5"/>
          <p:cNvSpPr>
            <a:spLocks noGrp="1"/>
          </p:cNvSpPr>
          <p:nvPr>
            <p:ph type="dt" idx="99"/>
          </p:nvPr>
        </p:nvSpPr>
        <p:spPr/>
        <p:txBody>
          <a:bodyPr/>
          <a:lstStyle/>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Default 25">
    <p:spTree>
      <p:nvGrpSpPr>
        <p:cNvPr id="1" name=""/>
        <p:cNvGrpSpPr/>
        <p:nvPr/>
      </p:nvGrpSpPr>
      <p:grpSpPr>
        <a:xfrm>
          <a:off x="0" y="0"/>
          <a:ext cx="0" cy="0"/>
          <a:chOff x="0" y="0"/>
          <a:chExt cx="0" cy="0"/>
        </a:xfrm>
      </p:grpSpPr>
      <p:sp>
        <p:nvSpPr>
          <p:cNvPr id="2" name="PlaceHolder 1"/>
          <p:cNvSpPr>
            <a:spLocks noGrp="1"/>
          </p:cNvSpPr>
          <p:nvPr>
            <p:ph type="ftr" idx="100"/>
          </p:nvPr>
        </p:nvSpPr>
        <p:spPr/>
        <p:txBody>
          <a:bodyPr/>
          <a:lstStyle/>
          <a:p>
            <a:r>
              <a:t>Footer</a:t>
            </a:r>
          </a:p>
        </p:txBody>
      </p:sp>
      <p:sp>
        <p:nvSpPr>
          <p:cNvPr id="3" name="PlaceHolder 2"/>
          <p:cNvSpPr>
            <a:spLocks noGrp="1"/>
          </p:cNvSpPr>
          <p:nvPr>
            <p:ph type="sldNum" idx="101"/>
          </p:nvPr>
        </p:nvSpPr>
        <p:spPr/>
        <p:txBody>
          <a:bodyPr/>
          <a:lstStyle/>
          <a:p>
            <a:fld id="{62BEDBAB-3D86-4BFA-9228-B9AAAF1FB750}" type="slidenum">
              <a:rPr/>
            </a:fld>
            <a:endParaRPr/>
          </a:p>
        </p:txBody>
      </p:sp>
      <p:sp>
        <p:nvSpPr>
          <p:cNvPr id="4" name="PlaceHolder 3"/>
          <p:cNvSpPr>
            <a:spLocks noGrp="1"/>
          </p:cNvSpPr>
          <p:nvPr>
            <p:ph type="dt" idx="102"/>
          </p:nvPr>
        </p:nvSpPr>
        <p:spPr/>
        <p:txBody>
          <a:bodyPr/>
          <a:lstStyle/>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Default 26">
    <p:spTree>
      <p:nvGrpSpPr>
        <p:cNvPr id="1" name=""/>
        <p:cNvGrpSpPr/>
        <p:nvPr/>
      </p:nvGrpSpPr>
      <p:grpSpPr>
        <a:xfrm>
          <a:off x="0" y="0"/>
          <a:ext cx="0" cy="0"/>
          <a:chOff x="0" y="0"/>
          <a:chExt cx="0" cy="0"/>
        </a:xfrm>
      </p:grpSpPr>
      <p:sp>
        <p:nvSpPr>
          <p:cNvPr id="269"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70"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03"/>
          </p:nvPr>
        </p:nvSpPr>
        <p:spPr/>
        <p:txBody>
          <a:bodyPr/>
          <a:lstStyle/>
          <a:p>
            <a:r>
              <a:t>Footer</a:t>
            </a:r>
          </a:p>
        </p:txBody>
      </p:sp>
      <p:sp>
        <p:nvSpPr>
          <p:cNvPr id="5" name="PlaceHolder 4"/>
          <p:cNvSpPr>
            <a:spLocks noGrp="1"/>
          </p:cNvSpPr>
          <p:nvPr>
            <p:ph type="sldNum" idx="104"/>
          </p:nvPr>
        </p:nvSpPr>
        <p:spPr/>
        <p:txBody>
          <a:bodyPr/>
          <a:lstStyle/>
          <a:p>
            <a:fld id="{84BFA8C7-4E10-442C-9F72-F884EFD30E40}" type="slidenum">
              <a:rPr/>
            </a:fld>
            <a:endParaRPr/>
          </a:p>
        </p:txBody>
      </p:sp>
      <p:sp>
        <p:nvSpPr>
          <p:cNvPr id="6" name="PlaceHolder 5"/>
          <p:cNvSpPr>
            <a:spLocks noGrp="1"/>
          </p:cNvSpPr>
          <p:nvPr>
            <p:ph type="dt" idx="105"/>
          </p:nvPr>
        </p:nvSpPr>
        <p:spPr/>
        <p:txBody>
          <a:bodyPr/>
          <a:lstStyle/>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Default 27">
    <p:spTree>
      <p:nvGrpSpPr>
        <p:cNvPr id="1" name=""/>
        <p:cNvGrpSpPr/>
        <p:nvPr/>
      </p:nvGrpSpPr>
      <p:grpSpPr>
        <a:xfrm>
          <a:off x="0" y="0"/>
          <a:ext cx="0" cy="0"/>
          <a:chOff x="0" y="0"/>
          <a:chExt cx="0" cy="0"/>
        </a:xfrm>
      </p:grpSpPr>
      <p:sp>
        <p:nvSpPr>
          <p:cNvPr id="2" name="PlaceHolder 1"/>
          <p:cNvSpPr>
            <a:spLocks noGrp="1"/>
          </p:cNvSpPr>
          <p:nvPr>
            <p:ph type="ftr" idx="106"/>
          </p:nvPr>
        </p:nvSpPr>
        <p:spPr/>
        <p:txBody>
          <a:bodyPr/>
          <a:lstStyle/>
          <a:p>
            <a:r>
              <a:t>Footer</a:t>
            </a:r>
          </a:p>
        </p:txBody>
      </p:sp>
      <p:sp>
        <p:nvSpPr>
          <p:cNvPr id="3" name="PlaceHolder 2"/>
          <p:cNvSpPr>
            <a:spLocks noGrp="1"/>
          </p:cNvSpPr>
          <p:nvPr>
            <p:ph type="sldNum" idx="107"/>
          </p:nvPr>
        </p:nvSpPr>
        <p:spPr/>
        <p:txBody>
          <a:bodyPr/>
          <a:lstStyle/>
          <a:p>
            <a:fld id="{011786BC-C830-4024-B83C-97B159331B3B}" type="slidenum">
              <a:rPr/>
            </a:fld>
            <a:endParaRPr/>
          </a:p>
        </p:txBody>
      </p:sp>
      <p:sp>
        <p:nvSpPr>
          <p:cNvPr id="4" name="PlaceHolder 3"/>
          <p:cNvSpPr>
            <a:spLocks noGrp="1"/>
          </p:cNvSpPr>
          <p:nvPr>
            <p:ph type="dt" idx="108"/>
          </p:nvPr>
        </p:nvSpPr>
        <p:spPr/>
        <p:txBody>
          <a:bodyPr/>
          <a:lstStyle/>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Default 28">
    <p:spTree>
      <p:nvGrpSpPr>
        <p:cNvPr id="1" name=""/>
        <p:cNvGrpSpPr/>
        <p:nvPr/>
      </p:nvGrpSpPr>
      <p:grpSpPr>
        <a:xfrm>
          <a:off x="0" y="0"/>
          <a:ext cx="0" cy="0"/>
          <a:chOff x="0" y="0"/>
          <a:chExt cx="0" cy="0"/>
        </a:xfrm>
      </p:grpSpPr>
      <p:sp>
        <p:nvSpPr>
          <p:cNvPr id="2" name="PlaceHolder 1"/>
          <p:cNvSpPr>
            <a:spLocks noGrp="1"/>
          </p:cNvSpPr>
          <p:nvPr>
            <p:ph type="ftr" idx="109"/>
          </p:nvPr>
        </p:nvSpPr>
        <p:spPr/>
        <p:txBody>
          <a:bodyPr/>
          <a:lstStyle/>
          <a:p>
            <a:r>
              <a:t>Footer</a:t>
            </a:r>
          </a:p>
        </p:txBody>
      </p:sp>
      <p:sp>
        <p:nvSpPr>
          <p:cNvPr id="3" name="PlaceHolder 2"/>
          <p:cNvSpPr>
            <a:spLocks noGrp="1"/>
          </p:cNvSpPr>
          <p:nvPr>
            <p:ph type="sldNum" idx="110"/>
          </p:nvPr>
        </p:nvSpPr>
        <p:spPr/>
        <p:txBody>
          <a:bodyPr/>
          <a:lstStyle/>
          <a:p>
            <a:fld id="{E65099EA-F5EB-4F08-841D-6EBBE2CEE142}" type="slidenum">
              <a:rPr/>
            </a:fld>
            <a:endParaRPr/>
          </a:p>
        </p:txBody>
      </p:sp>
      <p:sp>
        <p:nvSpPr>
          <p:cNvPr id="4" name="PlaceHolder 3"/>
          <p:cNvSpPr>
            <a:spLocks noGrp="1"/>
          </p:cNvSpPr>
          <p:nvPr>
            <p:ph type="dt" idx="111"/>
          </p:nvPr>
        </p:nvSpPr>
        <p:spPr/>
        <p:txBody>
          <a:bodyPr/>
          <a:lstStyle/>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Default 29">
    <p:spTree>
      <p:nvGrpSpPr>
        <p:cNvPr id="1" name=""/>
        <p:cNvGrpSpPr/>
        <p:nvPr/>
      </p:nvGrpSpPr>
      <p:grpSpPr>
        <a:xfrm>
          <a:off x="0" y="0"/>
          <a:ext cx="0" cy="0"/>
          <a:chOff x="0" y="0"/>
          <a:chExt cx="0" cy="0"/>
        </a:xfrm>
      </p:grpSpPr>
      <p:sp>
        <p:nvSpPr>
          <p:cNvPr id="28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8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12"/>
          </p:nvPr>
        </p:nvSpPr>
        <p:spPr/>
        <p:txBody>
          <a:bodyPr/>
          <a:lstStyle/>
          <a:p>
            <a:r>
              <a:t>Footer</a:t>
            </a:r>
          </a:p>
        </p:txBody>
      </p:sp>
      <p:sp>
        <p:nvSpPr>
          <p:cNvPr id="5" name="PlaceHolder 4"/>
          <p:cNvSpPr>
            <a:spLocks noGrp="1"/>
          </p:cNvSpPr>
          <p:nvPr>
            <p:ph type="sldNum" idx="113"/>
          </p:nvPr>
        </p:nvSpPr>
        <p:spPr/>
        <p:txBody>
          <a:bodyPr/>
          <a:lstStyle/>
          <a:p>
            <a:fld id="{E4FF59D3-3DAC-4605-AB17-0F0E1535EEED}" type="slidenum">
              <a:rPr/>
            </a:fld>
            <a:endParaRPr/>
          </a:p>
        </p:txBody>
      </p:sp>
      <p:sp>
        <p:nvSpPr>
          <p:cNvPr id="6" name="PlaceHolder 5"/>
          <p:cNvSpPr>
            <a:spLocks noGrp="1"/>
          </p:cNvSpPr>
          <p:nvPr>
            <p:ph type="dt" idx="114"/>
          </p:nvPr>
        </p:nvSpPr>
        <p:spPr/>
        <p:txBody>
          <a:bodyPr/>
          <a:lstStyle/>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Default 30">
    <p:spTree>
      <p:nvGrpSpPr>
        <p:cNvPr id="1" name=""/>
        <p:cNvGrpSpPr/>
        <p:nvPr/>
      </p:nvGrpSpPr>
      <p:grpSpPr>
        <a:xfrm>
          <a:off x="0" y="0"/>
          <a:ext cx="0" cy="0"/>
          <a:chOff x="0" y="0"/>
          <a:chExt cx="0" cy="0"/>
        </a:xfrm>
      </p:grpSpPr>
      <p:sp>
        <p:nvSpPr>
          <p:cNvPr id="2" name="PlaceHolder 1"/>
          <p:cNvSpPr>
            <a:spLocks noGrp="1"/>
          </p:cNvSpPr>
          <p:nvPr>
            <p:ph type="ftr" idx="115"/>
          </p:nvPr>
        </p:nvSpPr>
        <p:spPr/>
        <p:txBody>
          <a:bodyPr/>
          <a:lstStyle/>
          <a:p>
            <a:r>
              <a:t>Footer</a:t>
            </a:r>
          </a:p>
        </p:txBody>
      </p:sp>
      <p:sp>
        <p:nvSpPr>
          <p:cNvPr id="3" name="PlaceHolder 2"/>
          <p:cNvSpPr>
            <a:spLocks noGrp="1"/>
          </p:cNvSpPr>
          <p:nvPr>
            <p:ph type="sldNum" idx="116"/>
          </p:nvPr>
        </p:nvSpPr>
        <p:spPr/>
        <p:txBody>
          <a:bodyPr/>
          <a:lstStyle/>
          <a:p>
            <a:fld id="{233D091A-2A77-49AB-9C87-07C4860378A1}" type="slidenum">
              <a:rPr/>
            </a:fld>
            <a:endParaRPr/>
          </a:p>
        </p:txBody>
      </p:sp>
      <p:sp>
        <p:nvSpPr>
          <p:cNvPr id="4" name="PlaceHolder 3"/>
          <p:cNvSpPr>
            <a:spLocks noGrp="1"/>
          </p:cNvSpPr>
          <p:nvPr>
            <p:ph type="dt" idx="117"/>
          </p:nvPr>
        </p:nvSpPr>
        <p:spPr/>
        <p:txBody>
          <a:bodyPr/>
          <a:lstStyle/>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Default 31">
    <p:spTree>
      <p:nvGrpSpPr>
        <p:cNvPr id="1" name=""/>
        <p:cNvGrpSpPr/>
        <p:nvPr/>
      </p:nvGrpSpPr>
      <p:grpSpPr>
        <a:xfrm>
          <a:off x="0" y="0"/>
          <a:ext cx="0" cy="0"/>
          <a:chOff x="0" y="0"/>
          <a:chExt cx="0" cy="0"/>
        </a:xfrm>
      </p:grpSpPr>
      <p:sp>
        <p:nvSpPr>
          <p:cNvPr id="2" name="PlaceHolder 1"/>
          <p:cNvSpPr>
            <a:spLocks noGrp="1"/>
          </p:cNvSpPr>
          <p:nvPr>
            <p:ph type="ftr" idx="118"/>
          </p:nvPr>
        </p:nvSpPr>
        <p:spPr/>
        <p:txBody>
          <a:bodyPr/>
          <a:lstStyle/>
          <a:p>
            <a:r>
              <a:t>Footer</a:t>
            </a:r>
          </a:p>
        </p:txBody>
      </p:sp>
      <p:sp>
        <p:nvSpPr>
          <p:cNvPr id="3" name="PlaceHolder 2"/>
          <p:cNvSpPr>
            <a:spLocks noGrp="1"/>
          </p:cNvSpPr>
          <p:nvPr>
            <p:ph type="sldNum" idx="119"/>
          </p:nvPr>
        </p:nvSpPr>
        <p:spPr/>
        <p:txBody>
          <a:bodyPr/>
          <a:lstStyle/>
          <a:p>
            <a:fld id="{C3BCBA73-984E-4CC0-8BE5-FABA8F83D784}" type="slidenum">
              <a:rPr/>
            </a:fld>
            <a:endParaRPr/>
          </a:p>
        </p:txBody>
      </p:sp>
      <p:sp>
        <p:nvSpPr>
          <p:cNvPr id="4" name="PlaceHolder 3"/>
          <p:cNvSpPr>
            <a:spLocks noGrp="1"/>
          </p:cNvSpPr>
          <p:nvPr>
            <p:ph type="dt" idx="120"/>
          </p:nvPr>
        </p:nvSpPr>
        <p:spPr/>
        <p:txBody>
          <a:bodyPr/>
          <a:lstStyle/>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reserve="1">
  <p:cSld name="Default 32">
    <p:spTree>
      <p:nvGrpSpPr>
        <p:cNvPr id="1" name=""/>
        <p:cNvGrpSpPr/>
        <p:nvPr/>
      </p:nvGrpSpPr>
      <p:grpSpPr>
        <a:xfrm>
          <a:off x="0" y="0"/>
          <a:ext cx="0" cy="0"/>
          <a:chOff x="0" y="0"/>
          <a:chExt cx="0" cy="0"/>
        </a:xfrm>
      </p:grpSpPr>
      <p:sp>
        <p:nvSpPr>
          <p:cNvPr id="30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0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21"/>
          </p:nvPr>
        </p:nvSpPr>
        <p:spPr/>
        <p:txBody>
          <a:bodyPr/>
          <a:lstStyle/>
          <a:p>
            <a:r>
              <a:t>Footer</a:t>
            </a:r>
          </a:p>
        </p:txBody>
      </p:sp>
      <p:sp>
        <p:nvSpPr>
          <p:cNvPr id="5" name="PlaceHolder 4"/>
          <p:cNvSpPr>
            <a:spLocks noGrp="1"/>
          </p:cNvSpPr>
          <p:nvPr>
            <p:ph type="sldNum" idx="122"/>
          </p:nvPr>
        </p:nvSpPr>
        <p:spPr/>
        <p:txBody>
          <a:bodyPr/>
          <a:lstStyle/>
          <a:p>
            <a:fld id="{E3CE1596-48E3-4971-8DF4-486A7B625A45}" type="slidenum">
              <a:rPr/>
            </a:fld>
            <a:endParaRPr/>
          </a:p>
        </p:txBody>
      </p:sp>
      <p:sp>
        <p:nvSpPr>
          <p:cNvPr id="6" name="PlaceHolder 5"/>
          <p:cNvSpPr>
            <a:spLocks noGrp="1"/>
          </p:cNvSpPr>
          <p:nvPr>
            <p:ph type="dt" idx="123"/>
          </p:nvPr>
        </p:nvSpPr>
        <p:spPr/>
        <p:txBody>
          <a:bodyPr/>
          <a:lstStyle/>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Default 33">
    <p:spTree>
      <p:nvGrpSpPr>
        <p:cNvPr id="1" name=""/>
        <p:cNvGrpSpPr/>
        <p:nvPr/>
      </p:nvGrpSpPr>
      <p:grpSpPr>
        <a:xfrm>
          <a:off x="0" y="0"/>
          <a:ext cx="0" cy="0"/>
          <a:chOff x="0" y="0"/>
          <a:chExt cx="0" cy="0"/>
        </a:xfrm>
      </p:grpSpPr>
      <p:sp>
        <p:nvSpPr>
          <p:cNvPr id="2" name="PlaceHolder 1"/>
          <p:cNvSpPr>
            <a:spLocks noGrp="1"/>
          </p:cNvSpPr>
          <p:nvPr>
            <p:ph type="ftr" idx="124"/>
          </p:nvPr>
        </p:nvSpPr>
        <p:spPr/>
        <p:txBody>
          <a:bodyPr/>
          <a:lstStyle/>
          <a:p>
            <a:r>
              <a:t>Footer</a:t>
            </a:r>
          </a:p>
        </p:txBody>
      </p:sp>
      <p:sp>
        <p:nvSpPr>
          <p:cNvPr id="3" name="PlaceHolder 2"/>
          <p:cNvSpPr>
            <a:spLocks noGrp="1"/>
          </p:cNvSpPr>
          <p:nvPr>
            <p:ph type="sldNum" idx="125"/>
          </p:nvPr>
        </p:nvSpPr>
        <p:spPr/>
        <p:txBody>
          <a:bodyPr/>
          <a:lstStyle/>
          <a:p>
            <a:fld id="{3C5436FA-CA10-403F-AAAF-FEB883C7C4FB}" type="slidenum">
              <a:rPr/>
            </a:fld>
            <a:endParaRPr/>
          </a:p>
        </p:txBody>
      </p:sp>
      <p:sp>
        <p:nvSpPr>
          <p:cNvPr id="4" name="PlaceHolder 3"/>
          <p:cNvSpPr>
            <a:spLocks noGrp="1"/>
          </p:cNvSpPr>
          <p:nvPr>
            <p:ph type="dt" idx="126"/>
          </p:nvPr>
        </p:nvSpPr>
        <p:spPr/>
        <p:txBody>
          <a:bodyPr/>
          <a:lstStyle/>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Default 34">
    <p:spTree>
      <p:nvGrpSpPr>
        <p:cNvPr id="1" name=""/>
        <p:cNvGrpSpPr/>
        <p:nvPr/>
      </p:nvGrpSpPr>
      <p:grpSpPr>
        <a:xfrm>
          <a:off x="0" y="0"/>
          <a:ext cx="0" cy="0"/>
          <a:chOff x="0" y="0"/>
          <a:chExt cx="0" cy="0"/>
        </a:xfrm>
      </p:grpSpPr>
      <p:sp>
        <p:nvSpPr>
          <p:cNvPr id="32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21"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27"/>
          </p:nvPr>
        </p:nvSpPr>
        <p:spPr/>
        <p:txBody>
          <a:bodyPr/>
          <a:lstStyle/>
          <a:p>
            <a:r>
              <a:t>Footer</a:t>
            </a:r>
          </a:p>
        </p:txBody>
      </p:sp>
      <p:sp>
        <p:nvSpPr>
          <p:cNvPr id="5" name="PlaceHolder 4"/>
          <p:cNvSpPr>
            <a:spLocks noGrp="1"/>
          </p:cNvSpPr>
          <p:nvPr>
            <p:ph type="sldNum" idx="128"/>
          </p:nvPr>
        </p:nvSpPr>
        <p:spPr/>
        <p:txBody>
          <a:bodyPr/>
          <a:lstStyle/>
          <a:p>
            <a:fld id="{9B12CCC9-EE2F-42C6-A4F3-0B1CF2B73D9D}" type="slidenum">
              <a:rPr/>
            </a:fld>
            <a:endParaRPr/>
          </a:p>
        </p:txBody>
      </p:sp>
      <p:sp>
        <p:nvSpPr>
          <p:cNvPr id="6" name="PlaceHolder 5"/>
          <p:cNvSpPr>
            <a:spLocks noGrp="1"/>
          </p:cNvSpPr>
          <p:nvPr>
            <p:ph type="dt" idx="129"/>
          </p:nvPr>
        </p:nvSpPr>
        <p:spPr/>
        <p:txBody>
          <a:bodyPr/>
          <a:lstStyle/>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Default 35">
    <p:spTree>
      <p:nvGrpSpPr>
        <p:cNvPr id="1" name=""/>
        <p:cNvGrpSpPr/>
        <p:nvPr/>
      </p:nvGrpSpPr>
      <p:grpSpPr>
        <a:xfrm>
          <a:off x="0" y="0"/>
          <a:ext cx="0" cy="0"/>
          <a:chOff x="0" y="0"/>
          <a:chExt cx="0" cy="0"/>
        </a:xfrm>
      </p:grpSpPr>
      <p:sp>
        <p:nvSpPr>
          <p:cNvPr id="2" name="PlaceHolder 1"/>
          <p:cNvSpPr>
            <a:spLocks noGrp="1"/>
          </p:cNvSpPr>
          <p:nvPr>
            <p:ph type="ftr" idx="130"/>
          </p:nvPr>
        </p:nvSpPr>
        <p:spPr/>
        <p:txBody>
          <a:bodyPr/>
          <a:lstStyle/>
          <a:p>
            <a:r>
              <a:t>Footer</a:t>
            </a:r>
          </a:p>
        </p:txBody>
      </p:sp>
      <p:sp>
        <p:nvSpPr>
          <p:cNvPr id="3" name="PlaceHolder 2"/>
          <p:cNvSpPr>
            <a:spLocks noGrp="1"/>
          </p:cNvSpPr>
          <p:nvPr>
            <p:ph type="sldNum" idx="131"/>
          </p:nvPr>
        </p:nvSpPr>
        <p:spPr/>
        <p:txBody>
          <a:bodyPr/>
          <a:lstStyle/>
          <a:p>
            <a:fld id="{96B381A5-32EF-4609-8964-B134ED7E5BF4}" type="slidenum">
              <a:rPr/>
            </a:fld>
            <a:endParaRPr/>
          </a:p>
        </p:txBody>
      </p:sp>
      <p:sp>
        <p:nvSpPr>
          <p:cNvPr id="4" name="PlaceHolder 3"/>
          <p:cNvSpPr>
            <a:spLocks noGrp="1"/>
          </p:cNvSpPr>
          <p:nvPr>
            <p:ph type="dt" idx="132"/>
          </p:nvPr>
        </p:nvSpPr>
        <p:spPr/>
        <p:txBody>
          <a:bodyPr/>
          <a:lstStyle/>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33"/>
          </p:nvPr>
        </p:nvSpPr>
        <p:spPr/>
        <p:txBody>
          <a:bodyPr/>
          <a:lstStyle/>
          <a:p>
            <a:r>
              <a:t>Footer</a:t>
            </a:r>
          </a:p>
        </p:txBody>
      </p:sp>
      <p:sp>
        <p:nvSpPr>
          <p:cNvPr id="3" name="PlaceHolder 2"/>
          <p:cNvSpPr>
            <a:spLocks noGrp="1"/>
          </p:cNvSpPr>
          <p:nvPr>
            <p:ph type="sldNum" idx="134"/>
          </p:nvPr>
        </p:nvSpPr>
        <p:spPr/>
        <p:txBody>
          <a:bodyPr/>
          <a:lstStyle/>
          <a:p>
            <a:fld id="{F7453F17-16F5-4C60-9303-AE8FC366BD31}" type="slidenum">
              <a:rPr/>
            </a:fld>
            <a:endParaRPr/>
          </a:p>
        </p:txBody>
      </p:sp>
      <p:sp>
        <p:nvSpPr>
          <p:cNvPr id="4" name="PlaceHolder 3"/>
          <p:cNvSpPr>
            <a:spLocks noGrp="1"/>
          </p:cNvSpPr>
          <p:nvPr>
            <p:ph type="dt" idx="135"/>
          </p:nvPr>
        </p:nvSpPr>
        <p:spPr/>
        <p:txBody>
          <a:bodyPr/>
          <a:lstStyle/>
          <a:p/>
        </p:txBody>
      </p:sp>
    </p:spTree>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136"/>
          </p:nvPr>
        </p:nvSpPr>
        <p:spPr/>
        <p:txBody>
          <a:bodyPr/>
          <a:lstStyle/>
          <a:p>
            <a:r>
              <a:t>Footer</a:t>
            </a:r>
          </a:p>
        </p:txBody>
      </p:sp>
      <p:sp>
        <p:nvSpPr>
          <p:cNvPr id="3" name="PlaceHolder 2"/>
          <p:cNvSpPr>
            <a:spLocks noGrp="1"/>
          </p:cNvSpPr>
          <p:nvPr>
            <p:ph type="sldNum" idx="137"/>
          </p:nvPr>
        </p:nvSpPr>
        <p:spPr/>
        <p:txBody>
          <a:bodyPr/>
          <a:lstStyle/>
          <a:p>
            <a:fld id="{C8F31104-075D-4484-AAE9-47C09E8B6872}" type="slidenum">
              <a:rPr/>
            </a:fld>
            <a:endParaRPr/>
          </a:p>
        </p:txBody>
      </p:sp>
      <p:sp>
        <p:nvSpPr>
          <p:cNvPr id="4" name="PlaceHolder 3"/>
          <p:cNvSpPr>
            <a:spLocks noGrp="1"/>
          </p:cNvSpPr>
          <p:nvPr>
            <p:ph type="dt" idx="138"/>
          </p:nvPr>
        </p:nvSpPr>
        <p:spPr/>
        <p:txBody>
          <a:bodyPr/>
          <a:lstStyle/>
          <a:p/>
        </p:txBody>
      </p:sp>
    </p:spTree>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139"/>
          </p:nvPr>
        </p:nvSpPr>
        <p:spPr/>
        <p:txBody>
          <a:bodyPr/>
          <a:lstStyle/>
          <a:p>
            <a:r>
              <a:t>Footer</a:t>
            </a:r>
          </a:p>
        </p:txBody>
      </p:sp>
      <p:sp>
        <p:nvSpPr>
          <p:cNvPr id="3" name="PlaceHolder 2"/>
          <p:cNvSpPr>
            <a:spLocks noGrp="1"/>
          </p:cNvSpPr>
          <p:nvPr>
            <p:ph type="sldNum" idx="140"/>
          </p:nvPr>
        </p:nvSpPr>
        <p:spPr/>
        <p:txBody>
          <a:bodyPr/>
          <a:lstStyle/>
          <a:p>
            <a:fld id="{034E451C-D95A-48F3-A957-95A289C9C6DC}" type="slidenum">
              <a:rPr/>
            </a:fld>
            <a:endParaRPr/>
          </a:p>
        </p:txBody>
      </p:sp>
      <p:sp>
        <p:nvSpPr>
          <p:cNvPr id="4" name="PlaceHolder 3"/>
          <p:cNvSpPr>
            <a:spLocks noGrp="1"/>
          </p:cNvSpPr>
          <p:nvPr>
            <p:ph type="dt" idx="141"/>
          </p:nvPr>
        </p:nvSpPr>
        <p:spPr/>
        <p:txBody>
          <a:bodyPr/>
          <a:lstStyle/>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8" Type="http://schemas.openxmlformats.org/officeDocument/2006/relationships/theme" Target="../theme/theme14.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1.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2.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3.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4.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5.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6.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7.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8.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9.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30.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31.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32.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33.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34.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35.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6.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7.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8.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39.xml"/></Relationships>
</file>

<file path=ppt/slideMasters/_rels/slideMaster34.xml.rels><?xml version="1.0" encoding="UTF-8" standalone="yes"?>
<Relationships xmlns="http://schemas.openxmlformats.org/package/2006/relationships"><Relationship Id="rId2" Type="http://schemas.openxmlformats.org/officeDocument/2006/relationships/theme" Target="../theme/theme34.xml"/><Relationship Id="rId1" Type="http://schemas.openxmlformats.org/officeDocument/2006/relationships/slideLayout" Target="../slideLayouts/slideLayout40.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41.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42.xml"/></Relationships>
</file>

<file path=ppt/slideMasters/_rels/slideMaster37.xml.rels><?xml version="1.0" encoding="UTF-8" standalone="yes"?>
<Relationships xmlns="http://schemas.openxmlformats.org/package/2006/relationships"><Relationship Id="rId2" Type="http://schemas.openxmlformats.org/officeDocument/2006/relationships/theme" Target="../theme/theme37.xml"/><Relationship Id="rId1" Type="http://schemas.openxmlformats.org/officeDocument/2006/relationships/slideLayout" Target="../slideLayouts/slideLayout43.xml"/></Relationships>
</file>

<file path=ppt/slideMasters/_rels/slideMaster38.xml.rels><?xml version="1.0" encoding="UTF-8" standalone="yes"?>
<Relationships xmlns="http://schemas.openxmlformats.org/package/2006/relationships"><Relationship Id="rId2" Type="http://schemas.openxmlformats.org/officeDocument/2006/relationships/theme" Target="../theme/theme38.xml"/><Relationship Id="rId1" Type="http://schemas.openxmlformats.org/officeDocument/2006/relationships/slideLayout" Target="../slideLayouts/slideLayout44.xml"/></Relationships>
</file>

<file path=ppt/slideMasters/_rels/slideMaster39.xml.rels><?xml version="1.0" encoding="UTF-8" standalone="yes"?>
<Relationships xmlns="http://schemas.openxmlformats.org/package/2006/relationships"><Relationship Id="rId2" Type="http://schemas.openxmlformats.org/officeDocument/2006/relationships/theme" Target="../theme/theme39.xml"/><Relationship Id="rId1" Type="http://schemas.openxmlformats.org/officeDocument/2006/relationships/slideLayout" Target="../slideLayouts/slideLayout45.xml"/></Relationships>
</file>

<file path=ppt/slideMasters/_rels/slideMaster40.xml.rels><?xml version="1.0" encoding="UTF-8" standalone="yes"?>
<Relationships xmlns="http://schemas.openxmlformats.org/package/2006/relationships"><Relationship Id="rId2" Type="http://schemas.openxmlformats.org/officeDocument/2006/relationships/theme" Target="../theme/theme40.xml"/><Relationship Id="rId1" Type="http://schemas.openxmlformats.org/officeDocument/2006/relationships/slideLayout" Target="../slideLayouts/slideLayout46.xml"/></Relationships>
</file>

<file path=ppt/slideMasters/_rels/slideMaster41.xml.rels><?xml version="1.0" encoding="UTF-8" standalone="yes"?>
<Relationships xmlns="http://schemas.openxmlformats.org/package/2006/relationships"><Relationship Id="rId2" Type="http://schemas.openxmlformats.org/officeDocument/2006/relationships/theme" Target="../theme/theme41.xml"/><Relationship Id="rId1" Type="http://schemas.openxmlformats.org/officeDocument/2006/relationships/slideLayout" Target="../slideLayouts/slideLayout47.xml"/></Relationships>
</file>

<file path=ppt/slideMasters/_rels/slideMaster42.xml.rels><?xml version="1.0" encoding="UTF-8" standalone="yes"?>
<Relationships xmlns="http://schemas.openxmlformats.org/package/2006/relationships"><Relationship Id="rId2" Type="http://schemas.openxmlformats.org/officeDocument/2006/relationships/theme" Target="../theme/theme42.xml"/><Relationship Id="rId1" Type="http://schemas.openxmlformats.org/officeDocument/2006/relationships/slideLayout" Target="../slideLayouts/slideLayout48.xml"/></Relationships>
</file>

<file path=ppt/slideMasters/_rels/slideMaster43.xml.rels><?xml version="1.0" encoding="UTF-8" standalone="yes"?>
<Relationships xmlns="http://schemas.openxmlformats.org/package/2006/relationships"><Relationship Id="rId2" Type="http://schemas.openxmlformats.org/officeDocument/2006/relationships/theme" Target="../theme/theme43.xml"/><Relationship Id="rId1" Type="http://schemas.openxmlformats.org/officeDocument/2006/relationships/slideLayout" Target="../slideLayouts/slideLayout49.xml"/></Relationships>
</file>

<file path=ppt/slideMasters/_rels/slideMaster44.xml.rels><?xml version="1.0" encoding="UTF-8" standalone="yes"?>
<Relationships xmlns="http://schemas.openxmlformats.org/package/2006/relationships"><Relationship Id="rId2" Type="http://schemas.openxmlformats.org/officeDocument/2006/relationships/theme" Target="../theme/theme44.xml"/><Relationship Id="rId1" Type="http://schemas.openxmlformats.org/officeDocument/2006/relationships/slideLayout" Target="../slideLayouts/slideLayout50.xml"/></Relationships>
</file>

<file path=ppt/slideMasters/_rels/slideMaster45.xml.rels><?xml version="1.0" encoding="UTF-8" standalone="yes"?>
<Relationships xmlns="http://schemas.openxmlformats.org/package/2006/relationships"><Relationship Id="rId2" Type="http://schemas.openxmlformats.org/officeDocument/2006/relationships/theme" Target="../theme/theme45.xml"/><Relationship Id="rId1" Type="http://schemas.openxmlformats.org/officeDocument/2006/relationships/slideLayout" Target="../slideLayouts/slideLayout51.xml"/></Relationships>
</file>

<file path=ppt/slideMasters/_rels/slideMaster46.xml.rels><?xml version="1.0" encoding="UTF-8" standalone="yes"?>
<Relationships xmlns="http://schemas.openxmlformats.org/package/2006/relationships"><Relationship Id="rId2" Type="http://schemas.openxmlformats.org/officeDocument/2006/relationships/theme" Target="../theme/theme46.xml"/><Relationship Id="rId1" Type="http://schemas.openxmlformats.org/officeDocument/2006/relationships/slideLayout" Target="../slideLayouts/slideLayout52.xml"/></Relationships>
</file>

<file path=ppt/slideMasters/_rels/slideMaster47.xml.rels><?xml version="1.0" encoding="UTF-8" standalone="yes"?>
<Relationships xmlns="http://schemas.openxmlformats.org/package/2006/relationships"><Relationship Id="rId2" Type="http://schemas.openxmlformats.org/officeDocument/2006/relationships/theme" Target="../theme/theme47.xml"/><Relationship Id="rId1"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8" name="Rectangle 7" hidden="1"/>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9" name="Rectangle 8" hidden="1"/>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 name="Rectangle 7"/>
          <p:cNvSpPr/>
          <p:nvPr/>
        </p:nvSpPr>
        <p:spPr>
          <a:xfrm>
            <a:off x="777240" y="0"/>
            <a:ext cx="7541280" cy="304560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 name="Rectangle 6"/>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5" name="PlaceHolder 2"/>
          <p:cNvSpPr>
            <a:spLocks noGrp="1"/>
          </p:cNvSpPr>
          <p:nvPr>
            <p:ph type="ftr" idx="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6" name="PlaceHolder 3"/>
          <p:cNvSpPr>
            <a:spLocks noGrp="1"/>
          </p:cNvSpPr>
          <p:nvPr>
            <p:ph type="sldNum" idx="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870D5410-2FDC-4FE8-978A-F5B06C2EB5B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7" name="PlaceHolder 4"/>
          <p:cNvSpPr>
            <a:spLocks noGrp="1"/>
          </p:cNvSpPr>
          <p:nvPr>
            <p:ph type="dt" idx="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2" name="PlaceHolder 1"/>
          <p:cNvSpPr>
            <a:spLocks noGrp="1"/>
          </p:cNvSpPr>
          <p:nvPr>
            <p:ph type="ftr" idx="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3" name="PlaceHolder 2"/>
          <p:cNvSpPr>
            <a:spLocks noGrp="1"/>
          </p:cNvSpPr>
          <p:nvPr>
            <p:ph type="sldNum" idx="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AAC8EC6-5FEC-4426-B148-C123D42AC647}"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4" name="PlaceHolder 3"/>
          <p:cNvSpPr>
            <a:spLocks noGrp="1"/>
          </p:cNvSpPr>
          <p:nvPr>
            <p:ph type="dt" idx="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7" name="PlaceHolder 1"/>
          <p:cNvSpPr>
            <a:spLocks noGrp="1"/>
          </p:cNvSpPr>
          <p:nvPr>
            <p:ph type="ftr" idx="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8" name="PlaceHolder 2"/>
          <p:cNvSpPr>
            <a:spLocks noGrp="1"/>
          </p:cNvSpPr>
          <p:nvPr>
            <p:ph type="sldNum" idx="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A89F5BF-A8D8-4892-B30A-AA92897C738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9" name="PlaceHolder 3"/>
          <p:cNvSpPr>
            <a:spLocks noGrp="1"/>
          </p:cNvSpPr>
          <p:nvPr>
            <p:ph type="dt" idx="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3"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4" name="PlaceHolder 3"/>
          <p:cNvSpPr>
            <a:spLocks noGrp="1"/>
          </p:cNvSpPr>
          <p:nvPr>
            <p:ph type="ftr" idx="1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5" name="PlaceHolder 4"/>
          <p:cNvSpPr>
            <a:spLocks noGrp="1"/>
          </p:cNvSpPr>
          <p:nvPr>
            <p:ph type="sldNum" idx="1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3941BAF-A6EF-4D14-BECE-B3B62A3F7578}"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6" name="PlaceHolder 5"/>
          <p:cNvSpPr>
            <a:spLocks noGrp="1"/>
          </p:cNvSpPr>
          <p:nvPr>
            <p:ph type="dt" idx="1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9" name="Rectangle 7" hidden="1"/>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0" name="Rectangle 8" hidden="1"/>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 name="Rectangle 6"/>
          <p:cNvSpPr/>
          <p:nvPr/>
        </p:nvSpPr>
        <p:spPr>
          <a:xfrm>
            <a:off x="777240" y="0"/>
            <a:ext cx="7541280" cy="304560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 name="Rectangle 7"/>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3" name="PlaceHolder 1"/>
          <p:cNvSpPr>
            <a:spLocks noGrp="1"/>
          </p:cNvSpPr>
          <p:nvPr>
            <p:ph type="ftr" idx="1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 name="PlaceHolder 2"/>
          <p:cNvSpPr>
            <a:spLocks noGrp="1"/>
          </p:cNvSpPr>
          <p:nvPr>
            <p:ph type="sldNum" idx="1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037328F-0500-4322-AB6D-B9B3137540C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5" name="PlaceHolder 3"/>
          <p:cNvSpPr>
            <a:spLocks noGrp="1"/>
          </p:cNvSpPr>
          <p:nvPr>
            <p:ph type="dt" idx="1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9"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40"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41" name="PlaceHolder 4"/>
          <p:cNvSpPr>
            <a:spLocks noGrp="1"/>
          </p:cNvSpPr>
          <p:nvPr>
            <p:ph type="ftr" idx="1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42" name="PlaceHolder 5"/>
          <p:cNvSpPr>
            <a:spLocks noGrp="1"/>
          </p:cNvSpPr>
          <p:nvPr>
            <p:ph type="sldNum" idx="1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F1DED160-3510-4B21-B098-CCADDEDE513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43" name="PlaceHolder 6"/>
          <p:cNvSpPr>
            <a:spLocks noGrp="1"/>
          </p:cNvSpPr>
          <p:nvPr>
            <p:ph type="dt" idx="1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4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4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cxnSp>
        <p:nvCxnSpPr>
          <p:cNvPr id="49" name="Straight Connector 10"/>
          <p:cNvCxnSpPr/>
          <p:nvPr/>
        </p:nvCxnSpPr>
        <p:spPr>
          <a:xfrm>
            <a:off x="758880" y="1249200"/>
            <a:ext cx="3660120" cy="3960"/>
          </a:xfrm>
          <a:prstGeom prst="straightConnector1">
            <a:avLst/>
          </a:prstGeom>
          <a:ln w="0">
            <a:solidFill>
              <a:srgbClr val="AD0101"/>
            </a:solidFill>
          </a:ln>
        </p:spPr>
      </p:cxnSp>
      <p:cxnSp>
        <p:nvCxnSpPr>
          <p:cNvPr id="50" name="Straight Connector 12"/>
          <p:cNvCxnSpPr/>
          <p:nvPr/>
        </p:nvCxnSpPr>
        <p:spPr>
          <a:xfrm>
            <a:off x="4645080" y="1249200"/>
            <a:ext cx="3660120" cy="3960"/>
          </a:xfrm>
          <a:prstGeom prst="straightConnector1">
            <a:avLst/>
          </a:prstGeom>
          <a:ln w="0">
            <a:solidFill>
              <a:srgbClr val="AD0101"/>
            </a:solidFill>
          </a:ln>
        </p:spPr>
      </p:cxnSp>
      <p:sp>
        <p:nvSpPr>
          <p:cNvPr id="51" name="PlaceHolder 1"/>
          <p:cNvSpPr>
            <a:spLocks noGrp="1"/>
          </p:cNvSpPr>
          <p:nvPr>
            <p:ph type="ftr" idx="1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52" name="PlaceHolder 2"/>
          <p:cNvSpPr>
            <a:spLocks noGrp="1"/>
          </p:cNvSpPr>
          <p:nvPr>
            <p:ph type="sldNum" idx="2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E307D9F-BCDE-4AF5-AE61-F18342B320C7}"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53" name="PlaceHolder 3"/>
          <p:cNvSpPr>
            <a:spLocks noGrp="1"/>
          </p:cNvSpPr>
          <p:nvPr>
            <p:ph type="dt" idx="2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5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5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5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5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58"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59" name="PlaceHolder 4"/>
          <p:cNvSpPr>
            <a:spLocks noGrp="1"/>
          </p:cNvSpPr>
          <p:nvPr>
            <p:ph type="ftr" idx="2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60" name="PlaceHolder 5"/>
          <p:cNvSpPr>
            <a:spLocks noGrp="1"/>
          </p:cNvSpPr>
          <p:nvPr>
            <p:ph type="sldNum" idx="2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A780973-F52F-483B-B99A-511CA8BE9B3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61" name="PlaceHolder 6"/>
          <p:cNvSpPr>
            <a:spLocks noGrp="1"/>
          </p:cNvSpPr>
          <p:nvPr>
            <p:ph type="dt" idx="2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6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6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6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6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6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70" name="PlaceHolder 4"/>
          <p:cNvSpPr>
            <a:spLocks noGrp="1"/>
          </p:cNvSpPr>
          <p:nvPr>
            <p:ph type="ftr" idx="2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71" name="PlaceHolder 5"/>
          <p:cNvSpPr>
            <a:spLocks noGrp="1"/>
          </p:cNvSpPr>
          <p:nvPr>
            <p:ph type="sldNum" idx="2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00CAEFB8-7192-4993-B99A-DBCACB2FFF18}"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72" name="PlaceHolder 6"/>
          <p:cNvSpPr>
            <a:spLocks noGrp="1"/>
          </p:cNvSpPr>
          <p:nvPr>
            <p:ph type="dt" idx="2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7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7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78"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79"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80"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81" name="PlaceHolder 4"/>
          <p:cNvSpPr>
            <a:spLocks noGrp="1"/>
          </p:cNvSpPr>
          <p:nvPr>
            <p:ph type="ftr" idx="2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82" name="PlaceHolder 5"/>
          <p:cNvSpPr>
            <a:spLocks noGrp="1"/>
          </p:cNvSpPr>
          <p:nvPr>
            <p:ph type="sldNum" idx="2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9447453-6BB4-4DF8-AE15-E095F3AC62E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83" name="PlaceHolder 6"/>
          <p:cNvSpPr>
            <a:spLocks noGrp="1"/>
          </p:cNvSpPr>
          <p:nvPr>
            <p:ph type="dt" idx="3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8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8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89"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90"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91"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92" name="PlaceHolder 4"/>
          <p:cNvSpPr>
            <a:spLocks noGrp="1"/>
          </p:cNvSpPr>
          <p:nvPr>
            <p:ph type="ftr" idx="3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93" name="PlaceHolder 5"/>
          <p:cNvSpPr>
            <a:spLocks noGrp="1"/>
          </p:cNvSpPr>
          <p:nvPr>
            <p:ph type="sldNum" idx="3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3F3563D-2E6D-4394-91EF-6DBAA7229C6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94" name="PlaceHolder 6"/>
          <p:cNvSpPr>
            <a:spLocks noGrp="1"/>
          </p:cNvSpPr>
          <p:nvPr>
            <p:ph type="dt" idx="3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9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9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00"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01"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02"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03" name="PlaceHolder 4"/>
          <p:cNvSpPr>
            <a:spLocks noGrp="1"/>
          </p:cNvSpPr>
          <p:nvPr>
            <p:ph type="ftr" idx="3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04" name="PlaceHolder 5"/>
          <p:cNvSpPr>
            <a:spLocks noGrp="1"/>
          </p:cNvSpPr>
          <p:nvPr>
            <p:ph type="sldNum" idx="3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1FB7D48-A497-4855-8578-1A22703B07A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05" name="PlaceHolder 6"/>
          <p:cNvSpPr>
            <a:spLocks noGrp="1"/>
          </p:cNvSpPr>
          <p:nvPr>
            <p:ph type="dt" idx="3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0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1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1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12"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13"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14" name="PlaceHolder 4"/>
          <p:cNvSpPr>
            <a:spLocks noGrp="1"/>
          </p:cNvSpPr>
          <p:nvPr>
            <p:ph type="ftr" idx="3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15" name="PlaceHolder 5"/>
          <p:cNvSpPr>
            <a:spLocks noGrp="1"/>
          </p:cNvSpPr>
          <p:nvPr>
            <p:ph type="sldNum" idx="3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EFBA6F17-3CFD-4209-AC23-FAE5BC24C99A}"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16" name="PlaceHolder 6"/>
          <p:cNvSpPr>
            <a:spLocks noGrp="1"/>
          </p:cNvSpPr>
          <p:nvPr>
            <p:ph type="dt" idx="3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2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2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2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23" name="PlaceHolder 2"/>
          <p:cNvSpPr>
            <a:spLocks noGrp="1"/>
          </p:cNvSpPr>
          <p:nvPr>
            <p:ph type="ftr" idx="4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24" name="PlaceHolder 3"/>
          <p:cNvSpPr>
            <a:spLocks noGrp="1"/>
          </p:cNvSpPr>
          <p:nvPr>
            <p:ph type="sldNum" idx="4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158EFBCE-2CEC-47F4-852D-7D460D81E7D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25" name="PlaceHolder 4"/>
          <p:cNvSpPr>
            <a:spLocks noGrp="1"/>
          </p:cNvSpPr>
          <p:nvPr>
            <p:ph type="dt" idx="4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26"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uFillTx/>
                <a:latin typeface="Arial" panose="020B0604020202020204"/>
              </a:rPr>
              <a:t>Click to edit the outline text format</a:t>
            </a:r>
            <a:endParaRPr lang="en-US" sz="32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uFillTx/>
                <a:latin typeface="Arial" panose="020B0604020202020204"/>
              </a:rPr>
              <a:t>Second Outline Level</a:t>
            </a:r>
            <a:endParaRPr lang="en-US" sz="2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uFillTx/>
                <a:latin typeface="Arial" panose="020B0604020202020204"/>
              </a:rPr>
              <a:t>Third Outline Level</a:t>
            </a:r>
            <a:endParaRPr lang="en-US" sz="24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uFillTx/>
                <a:latin typeface="Arial" panose="020B0604020202020204"/>
              </a:rPr>
              <a:t>Fourth Outline Level</a:t>
            </a:r>
            <a:endParaRPr lang="en-US" sz="20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Fifth Outline Level</a:t>
            </a:r>
            <a:endParaRPr lang="en-US" sz="20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Sixth Outline Level</a:t>
            </a:r>
            <a:endParaRPr lang="en-US" sz="20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Seventh Outline Level</a:t>
            </a:r>
            <a:endParaRPr lang="en-US" sz="2000" b="0" u="none" strike="noStrike">
              <a:solidFill>
                <a:srgbClr val="000000"/>
              </a:solidFill>
              <a:uFillTx/>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3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3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37"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38" name="PlaceHolder 2"/>
          <p:cNvSpPr>
            <a:spLocks noGrp="1"/>
          </p:cNvSpPr>
          <p:nvPr>
            <p:ph type="ftr" idx="4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39" name="PlaceHolder 3"/>
          <p:cNvSpPr>
            <a:spLocks noGrp="1"/>
          </p:cNvSpPr>
          <p:nvPr>
            <p:ph type="sldNum" idx="4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B3D5047-92BF-4CD7-8DBD-DB4AC51890D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40" name="PlaceHolder 4"/>
          <p:cNvSpPr>
            <a:spLocks noGrp="1"/>
          </p:cNvSpPr>
          <p:nvPr>
            <p:ph type="dt" idx="4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4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4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45" name="PlaceHolder 1"/>
          <p:cNvSpPr>
            <a:spLocks noGrp="1"/>
          </p:cNvSpPr>
          <p:nvPr>
            <p:ph type="ftr" idx="4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46" name="PlaceHolder 2"/>
          <p:cNvSpPr>
            <a:spLocks noGrp="1"/>
          </p:cNvSpPr>
          <p:nvPr>
            <p:ph type="sldNum" idx="4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8A82492B-99F6-49DF-918E-CBE4D9D06533}"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47" name="PlaceHolder 3"/>
          <p:cNvSpPr>
            <a:spLocks noGrp="1"/>
          </p:cNvSpPr>
          <p:nvPr>
            <p:ph type="dt" idx="4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4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4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50" name="PlaceHolder 1"/>
          <p:cNvSpPr>
            <a:spLocks noGrp="1"/>
          </p:cNvSpPr>
          <p:nvPr>
            <p:ph type="ftr" idx="4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51" name="PlaceHolder 2"/>
          <p:cNvSpPr>
            <a:spLocks noGrp="1"/>
          </p:cNvSpPr>
          <p:nvPr>
            <p:ph type="sldNum" idx="5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88A5E69-13F5-439E-80CA-4A090291DAB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52" name="PlaceHolder 3"/>
          <p:cNvSpPr>
            <a:spLocks noGrp="1"/>
          </p:cNvSpPr>
          <p:nvPr>
            <p:ph type="dt" idx="5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5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5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5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56"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57" name="PlaceHolder 3"/>
          <p:cNvSpPr>
            <a:spLocks noGrp="1"/>
          </p:cNvSpPr>
          <p:nvPr>
            <p:ph type="ftr" idx="5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58" name="PlaceHolder 4"/>
          <p:cNvSpPr>
            <a:spLocks noGrp="1"/>
          </p:cNvSpPr>
          <p:nvPr>
            <p:ph type="sldNum" idx="5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EC1CF90-96DB-4E07-8189-F9EE228DECD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59" name="PlaceHolder 5"/>
          <p:cNvSpPr>
            <a:spLocks noGrp="1"/>
          </p:cNvSpPr>
          <p:nvPr>
            <p:ph type="dt" idx="5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8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6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4" name="PlaceHolder 1"/>
          <p:cNvSpPr>
            <a:spLocks noGrp="1"/>
          </p:cNvSpPr>
          <p:nvPr>
            <p:ph type="ftr" idx="5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65" name="PlaceHolder 2"/>
          <p:cNvSpPr>
            <a:spLocks noGrp="1"/>
          </p:cNvSpPr>
          <p:nvPr>
            <p:ph type="sldNum" idx="5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378844F2-CFAF-4FC8-B791-EB6634EBCCC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66" name="PlaceHolder 3"/>
          <p:cNvSpPr>
            <a:spLocks noGrp="1"/>
          </p:cNvSpPr>
          <p:nvPr>
            <p:ph type="dt" idx="5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6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69" name="PlaceHolder 1"/>
          <p:cNvSpPr>
            <a:spLocks noGrp="1"/>
          </p:cNvSpPr>
          <p:nvPr>
            <p:ph type="ftr" idx="5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70" name="PlaceHolder 2"/>
          <p:cNvSpPr>
            <a:spLocks noGrp="1"/>
          </p:cNvSpPr>
          <p:nvPr>
            <p:ph type="sldNum" idx="5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185D669C-C9EF-4A72-9C8B-60CDAA38218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71" name="PlaceHolder 3"/>
          <p:cNvSpPr>
            <a:spLocks noGrp="1"/>
          </p:cNvSpPr>
          <p:nvPr>
            <p:ph type="dt" idx="6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7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7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74"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75" name="PlaceHolder 2"/>
          <p:cNvSpPr>
            <a:spLocks noGrp="1"/>
          </p:cNvSpPr>
          <p:nvPr>
            <p:ph type="ftr" idx="6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76" name="PlaceHolder 3"/>
          <p:cNvSpPr>
            <a:spLocks noGrp="1"/>
          </p:cNvSpPr>
          <p:nvPr>
            <p:ph type="sldNum" idx="6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64235BF-7AA4-4184-920A-8D96A46AE2FC}"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77" name="PlaceHolder 4"/>
          <p:cNvSpPr>
            <a:spLocks noGrp="1"/>
          </p:cNvSpPr>
          <p:nvPr>
            <p:ph type="dt" idx="6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8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2" name="PlaceHolder 1"/>
          <p:cNvSpPr>
            <a:spLocks noGrp="1"/>
          </p:cNvSpPr>
          <p:nvPr>
            <p:ph type="ftr" idx="6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83" name="PlaceHolder 2"/>
          <p:cNvSpPr>
            <a:spLocks noGrp="1"/>
          </p:cNvSpPr>
          <p:nvPr>
            <p:ph type="sldNum" idx="6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79960CAB-1D29-45D0-ABB8-20CAD8528A1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84" name="PlaceHolder 3"/>
          <p:cNvSpPr>
            <a:spLocks noGrp="1"/>
          </p:cNvSpPr>
          <p:nvPr>
            <p:ph type="dt" idx="6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8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87" name="PlaceHolder 1"/>
          <p:cNvSpPr>
            <a:spLocks noGrp="1"/>
          </p:cNvSpPr>
          <p:nvPr>
            <p:ph type="ftr" idx="6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188" name="PlaceHolder 2"/>
          <p:cNvSpPr>
            <a:spLocks noGrp="1"/>
          </p:cNvSpPr>
          <p:nvPr>
            <p:ph type="sldNum" idx="6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13A29ABD-2568-4684-977E-544C8B7AC16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89" name="PlaceHolder 3"/>
          <p:cNvSpPr>
            <a:spLocks noGrp="1"/>
          </p:cNvSpPr>
          <p:nvPr>
            <p:ph type="dt" idx="6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9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9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9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19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93"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94" name="PlaceHolder 3"/>
          <p:cNvSpPr>
            <a:spLocks noGrp="1"/>
          </p:cNvSpPr>
          <p:nvPr>
            <p:ph type="ftr" idx="7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95" name="PlaceHolder 4"/>
          <p:cNvSpPr>
            <a:spLocks noGrp="1"/>
          </p:cNvSpPr>
          <p:nvPr>
            <p:ph type="sldNum" idx="7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D36E1689-4BFE-479F-8955-02205BB1F6C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196" name="PlaceHolder 5"/>
          <p:cNvSpPr>
            <a:spLocks noGrp="1"/>
          </p:cNvSpPr>
          <p:nvPr>
            <p:ph type="dt" idx="7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19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1" name="PlaceHolder 1"/>
          <p:cNvSpPr>
            <a:spLocks noGrp="1"/>
          </p:cNvSpPr>
          <p:nvPr>
            <p:ph type="ftr" idx="7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02" name="PlaceHolder 2"/>
          <p:cNvSpPr>
            <a:spLocks noGrp="1"/>
          </p:cNvSpPr>
          <p:nvPr>
            <p:ph type="sldNum" idx="7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5C042BFB-CAB7-4B5F-B9B5-E80A41DE971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03" name="PlaceHolder 3"/>
          <p:cNvSpPr>
            <a:spLocks noGrp="1"/>
          </p:cNvSpPr>
          <p:nvPr>
            <p:ph type="dt" idx="7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0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0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07"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08" name="PlaceHolder 3"/>
          <p:cNvSpPr>
            <a:spLocks noGrp="1"/>
          </p:cNvSpPr>
          <p:nvPr>
            <p:ph type="ftr" idx="7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09" name="PlaceHolder 4"/>
          <p:cNvSpPr>
            <a:spLocks noGrp="1"/>
          </p:cNvSpPr>
          <p:nvPr>
            <p:ph type="sldNum" idx="7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6998AE4-E6AA-4D83-87C2-07049E332F4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10" name="PlaceHolder 5"/>
          <p:cNvSpPr>
            <a:spLocks noGrp="1"/>
          </p:cNvSpPr>
          <p:nvPr>
            <p:ph type="dt" idx="7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1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1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1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16" name="PlaceHolder 2"/>
          <p:cNvSpPr>
            <a:spLocks noGrp="1"/>
          </p:cNvSpPr>
          <p:nvPr>
            <p:ph type="ftr" idx="7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17" name="PlaceHolder 3"/>
          <p:cNvSpPr>
            <a:spLocks noGrp="1"/>
          </p:cNvSpPr>
          <p:nvPr>
            <p:ph type="sldNum" idx="8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E5E4154-15BD-4396-B6EE-B5D9BCEE1207}"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18" name="PlaceHolder 4"/>
          <p:cNvSpPr>
            <a:spLocks noGrp="1"/>
          </p:cNvSpPr>
          <p:nvPr>
            <p:ph type="dt" idx="8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2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3" name="PlaceHolder 1"/>
          <p:cNvSpPr>
            <a:spLocks noGrp="1"/>
          </p:cNvSpPr>
          <p:nvPr>
            <p:ph type="ftr" idx="8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24" name="PlaceHolder 2"/>
          <p:cNvSpPr>
            <a:spLocks noGrp="1"/>
          </p:cNvSpPr>
          <p:nvPr>
            <p:ph type="sldNum" idx="8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3C322125-17E3-4267-9B49-3230EBED112B}"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25" name="PlaceHolder 3"/>
          <p:cNvSpPr>
            <a:spLocks noGrp="1"/>
          </p:cNvSpPr>
          <p:nvPr>
            <p:ph type="dt" idx="8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0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2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28" name="PlaceHolder 1"/>
          <p:cNvSpPr>
            <a:spLocks noGrp="1"/>
          </p:cNvSpPr>
          <p:nvPr>
            <p:ph type="ftr" idx="8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29" name="PlaceHolder 2"/>
          <p:cNvSpPr>
            <a:spLocks noGrp="1"/>
          </p:cNvSpPr>
          <p:nvPr>
            <p:ph type="sldNum" idx="8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447C309D-1B18-4020-A251-C9D8E61E185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30" name="PlaceHolder 3"/>
          <p:cNvSpPr>
            <a:spLocks noGrp="1"/>
          </p:cNvSpPr>
          <p:nvPr>
            <p:ph type="dt" idx="8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3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3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3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34" name="PlaceHolder 2"/>
          <p:cNvSpPr>
            <a:spLocks noGrp="1"/>
          </p:cNvSpPr>
          <p:nvPr>
            <p:ph type="ftr" idx="8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35" name="PlaceHolder 3"/>
          <p:cNvSpPr>
            <a:spLocks noGrp="1"/>
          </p:cNvSpPr>
          <p:nvPr>
            <p:ph type="sldNum" idx="8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48866680-1668-48E7-B13A-107927931A64}"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36" name="PlaceHolder 4"/>
          <p:cNvSpPr>
            <a:spLocks noGrp="1"/>
          </p:cNvSpPr>
          <p:nvPr>
            <p:ph type="dt" idx="9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3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1" name="PlaceHolder 1"/>
          <p:cNvSpPr>
            <a:spLocks noGrp="1"/>
          </p:cNvSpPr>
          <p:nvPr>
            <p:ph type="ftr" idx="9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42" name="PlaceHolder 2"/>
          <p:cNvSpPr>
            <a:spLocks noGrp="1"/>
          </p:cNvSpPr>
          <p:nvPr>
            <p:ph type="sldNum" idx="9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31E7B8F0-0DFE-45A0-B8AE-633D6D7C61F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43" name="PlaceHolder 3"/>
          <p:cNvSpPr>
            <a:spLocks noGrp="1"/>
          </p:cNvSpPr>
          <p:nvPr>
            <p:ph type="dt" idx="9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4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46" name="PlaceHolder 1"/>
          <p:cNvSpPr>
            <a:spLocks noGrp="1"/>
          </p:cNvSpPr>
          <p:nvPr>
            <p:ph type="ftr" idx="9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47" name="PlaceHolder 2"/>
          <p:cNvSpPr>
            <a:spLocks noGrp="1"/>
          </p:cNvSpPr>
          <p:nvPr>
            <p:ph type="sldNum" idx="9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DB00BF6A-2D2D-4F58-9B6A-5CDA154BAA3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48" name="PlaceHolder 3"/>
          <p:cNvSpPr>
            <a:spLocks noGrp="1"/>
          </p:cNvSpPr>
          <p:nvPr>
            <p:ph type="dt" idx="9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4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5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51"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52"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53" name="PlaceHolder 3"/>
          <p:cNvSpPr>
            <a:spLocks noGrp="1"/>
          </p:cNvSpPr>
          <p:nvPr>
            <p:ph type="ftr" idx="9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54" name="PlaceHolder 4"/>
          <p:cNvSpPr>
            <a:spLocks noGrp="1"/>
          </p:cNvSpPr>
          <p:nvPr>
            <p:ph type="sldNum" idx="9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113D43D-40B4-48FA-9013-DE1D045FD38D}"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55" name="PlaceHolder 5"/>
          <p:cNvSpPr>
            <a:spLocks noGrp="1"/>
          </p:cNvSpPr>
          <p:nvPr>
            <p:ph type="dt" idx="9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5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5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60" name="PlaceHolder 1"/>
          <p:cNvSpPr>
            <a:spLocks noGrp="1"/>
          </p:cNvSpPr>
          <p:nvPr>
            <p:ph type="ftr" idx="10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61" name="PlaceHolder 2"/>
          <p:cNvSpPr>
            <a:spLocks noGrp="1"/>
          </p:cNvSpPr>
          <p:nvPr>
            <p:ph type="sldNum" idx="10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E1DCFBF8-6FFB-420E-9C7D-838071B97BEA}"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62" name="PlaceHolder 3"/>
          <p:cNvSpPr>
            <a:spLocks noGrp="1"/>
          </p:cNvSpPr>
          <p:nvPr>
            <p:ph type="dt" idx="10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63"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64"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65"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66" name="PlaceHolder 2"/>
          <p:cNvSpPr>
            <a:spLocks noGrp="1"/>
          </p:cNvSpPr>
          <p:nvPr>
            <p:ph type="ftr" idx="10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67" name="PlaceHolder 3"/>
          <p:cNvSpPr>
            <a:spLocks noGrp="1"/>
          </p:cNvSpPr>
          <p:nvPr>
            <p:ph type="sldNum" idx="10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548BD4D-8376-43E5-B9A6-77513072AD5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68" name="PlaceHolder 4"/>
          <p:cNvSpPr>
            <a:spLocks noGrp="1"/>
          </p:cNvSpPr>
          <p:nvPr>
            <p:ph type="dt" idx="10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7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3" name="PlaceHolder 1"/>
          <p:cNvSpPr>
            <a:spLocks noGrp="1"/>
          </p:cNvSpPr>
          <p:nvPr>
            <p:ph type="ftr" idx="10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74" name="PlaceHolder 2"/>
          <p:cNvSpPr>
            <a:spLocks noGrp="1"/>
          </p:cNvSpPr>
          <p:nvPr>
            <p:ph type="sldNum" idx="10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B5C0322A-5381-4A32-B272-6303B6E07C11}"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75" name="PlaceHolder 3"/>
          <p:cNvSpPr>
            <a:spLocks noGrp="1"/>
          </p:cNvSpPr>
          <p:nvPr>
            <p:ph type="dt" idx="10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76"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7"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78" name="PlaceHolder 1"/>
          <p:cNvSpPr>
            <a:spLocks noGrp="1"/>
          </p:cNvSpPr>
          <p:nvPr>
            <p:ph type="ftr" idx="10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79" name="PlaceHolder 2"/>
          <p:cNvSpPr>
            <a:spLocks noGrp="1"/>
          </p:cNvSpPr>
          <p:nvPr>
            <p:ph type="sldNum" idx="11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C9FF7F83-182F-49AA-B6C0-D022A6F2C26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80" name="PlaceHolder 3"/>
          <p:cNvSpPr>
            <a:spLocks noGrp="1"/>
          </p:cNvSpPr>
          <p:nvPr>
            <p:ph type="dt" idx="11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81"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82"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83"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84"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285" name="PlaceHolder 3"/>
          <p:cNvSpPr>
            <a:spLocks noGrp="1"/>
          </p:cNvSpPr>
          <p:nvPr>
            <p:ph type="ftr" idx="112"/>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86" name="PlaceHolder 4"/>
          <p:cNvSpPr>
            <a:spLocks noGrp="1"/>
          </p:cNvSpPr>
          <p:nvPr>
            <p:ph type="sldNum" idx="113"/>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F3BA2BE0-1CB2-4713-B9BE-D23984D4C6D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87" name="PlaceHolder 5"/>
          <p:cNvSpPr>
            <a:spLocks noGrp="1"/>
          </p:cNvSpPr>
          <p:nvPr>
            <p:ph type="dt" idx="114"/>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2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9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2" name="PlaceHolder 1"/>
          <p:cNvSpPr>
            <a:spLocks noGrp="1"/>
          </p:cNvSpPr>
          <p:nvPr>
            <p:ph type="ftr" idx="115"/>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93" name="PlaceHolder 2"/>
          <p:cNvSpPr>
            <a:spLocks noGrp="1"/>
          </p:cNvSpPr>
          <p:nvPr>
            <p:ph type="sldNum" idx="116"/>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EEBB609-EFEC-4E61-B977-3F6726A7C886}"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94" name="PlaceHolder 3"/>
          <p:cNvSpPr>
            <a:spLocks noGrp="1"/>
          </p:cNvSpPr>
          <p:nvPr>
            <p:ph type="dt" idx="117"/>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295"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6"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297" name="PlaceHolder 1"/>
          <p:cNvSpPr>
            <a:spLocks noGrp="1"/>
          </p:cNvSpPr>
          <p:nvPr>
            <p:ph type="ftr" idx="118"/>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98" name="PlaceHolder 2"/>
          <p:cNvSpPr>
            <a:spLocks noGrp="1"/>
          </p:cNvSpPr>
          <p:nvPr>
            <p:ph type="sldNum" idx="119"/>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5E57351-D9A8-4CE7-8330-99B3F82FA5A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299" name="PlaceHolder 3"/>
          <p:cNvSpPr>
            <a:spLocks noGrp="1"/>
          </p:cNvSpPr>
          <p:nvPr>
            <p:ph type="dt" idx="120"/>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00"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01"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02"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03"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304" name="PlaceHolder 3"/>
          <p:cNvSpPr>
            <a:spLocks noGrp="1"/>
          </p:cNvSpPr>
          <p:nvPr>
            <p:ph type="ftr" idx="121"/>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305" name="PlaceHolder 4"/>
          <p:cNvSpPr>
            <a:spLocks noGrp="1"/>
          </p:cNvSpPr>
          <p:nvPr>
            <p:ph type="sldNum" idx="122"/>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DC0BC3A-5134-4FB1-BFBE-63F29EF056B0}"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06" name="PlaceHolder 5"/>
          <p:cNvSpPr>
            <a:spLocks noGrp="1"/>
          </p:cNvSpPr>
          <p:nvPr>
            <p:ph type="dt" idx="123"/>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09"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0"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1" name="PlaceHolder 1"/>
          <p:cNvSpPr>
            <a:spLocks noGrp="1"/>
          </p:cNvSpPr>
          <p:nvPr>
            <p:ph type="ftr" idx="124"/>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12" name="PlaceHolder 2"/>
          <p:cNvSpPr>
            <a:spLocks noGrp="1"/>
          </p:cNvSpPr>
          <p:nvPr>
            <p:ph type="sldNum" idx="125"/>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962AACB7-6971-46D1-8C7D-F061F8D5F9CF}"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13" name="PlaceHolder 3"/>
          <p:cNvSpPr>
            <a:spLocks noGrp="1"/>
          </p:cNvSpPr>
          <p:nvPr>
            <p:ph type="dt" idx="126"/>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14"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5"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16" name="PlaceHolder 1"/>
          <p:cNvSpPr>
            <a:spLocks noGrp="1"/>
          </p:cNvSpPr>
          <p:nvPr>
            <p:ph type="title"/>
          </p:nvPr>
        </p:nvSpPr>
        <p:spPr>
          <a:xfrm>
            <a:off x="762120" y="4572000"/>
            <a:ext cx="6779160" cy="159768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17" name="PlaceHolder 2"/>
          <p:cNvSpPr>
            <a:spLocks noGrp="1"/>
          </p:cNvSpPr>
          <p:nvPr>
            <p:ph type="ftr" idx="127"/>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18" name="PlaceHolder 3"/>
          <p:cNvSpPr>
            <a:spLocks noGrp="1"/>
          </p:cNvSpPr>
          <p:nvPr>
            <p:ph type="sldNum" idx="128"/>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524B2DDA-AF57-474A-9319-BCB27A61A5F9}"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19" name="PlaceHolder 4"/>
          <p:cNvSpPr>
            <a:spLocks noGrp="1"/>
          </p:cNvSpPr>
          <p:nvPr>
            <p:ph type="dt" idx="129"/>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3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2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4" name="PlaceHolder 1"/>
          <p:cNvSpPr>
            <a:spLocks noGrp="1"/>
          </p:cNvSpPr>
          <p:nvPr>
            <p:ph type="ftr" idx="130"/>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25" name="PlaceHolder 2"/>
          <p:cNvSpPr>
            <a:spLocks noGrp="1"/>
          </p:cNvSpPr>
          <p:nvPr>
            <p:ph type="sldNum" idx="131"/>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66D89712-F69C-4526-9A0B-179568C1F322}"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26" name="PlaceHolder 3"/>
          <p:cNvSpPr>
            <a:spLocks noGrp="1"/>
          </p:cNvSpPr>
          <p:nvPr>
            <p:ph type="dt" idx="132"/>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27"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8"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29" name="PlaceHolder 1"/>
          <p:cNvSpPr>
            <a:spLocks noGrp="1"/>
          </p:cNvSpPr>
          <p:nvPr>
            <p:ph type="ftr" idx="133"/>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30" name="PlaceHolder 2"/>
          <p:cNvSpPr>
            <a:spLocks noGrp="1"/>
          </p:cNvSpPr>
          <p:nvPr>
            <p:ph type="sldNum" idx="134"/>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A59BA7D0-D002-4EB3-93AB-F0CB63D17FB5}"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31" name="PlaceHolder 3"/>
          <p:cNvSpPr>
            <a:spLocks noGrp="1"/>
          </p:cNvSpPr>
          <p:nvPr>
            <p:ph type="dt" idx="135"/>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32"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33"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cxnSp>
        <p:nvCxnSpPr>
          <p:cNvPr id="334" name="Straight Connector 9"/>
          <p:cNvCxnSpPr/>
          <p:nvPr/>
        </p:nvCxnSpPr>
        <p:spPr>
          <a:xfrm flipH="1">
            <a:off x="3581280" y="610200"/>
            <a:ext cx="3960" cy="3812400"/>
          </a:xfrm>
          <a:prstGeom prst="straightConnector1">
            <a:avLst/>
          </a:prstGeom>
          <a:ln w="0">
            <a:solidFill>
              <a:srgbClr val="989898"/>
            </a:solidFill>
          </a:ln>
        </p:spPr>
      </p:cxnSp>
      <p:sp>
        <p:nvSpPr>
          <p:cNvPr id="335" name="PlaceHolder 1"/>
          <p:cNvSpPr>
            <a:spLocks noGrp="1"/>
          </p:cNvSpPr>
          <p:nvPr>
            <p:ph type="ftr" idx="136"/>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36" name="PlaceHolder 2"/>
          <p:cNvSpPr>
            <a:spLocks noGrp="1"/>
          </p:cNvSpPr>
          <p:nvPr>
            <p:ph type="sldNum" idx="137"/>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2C1DE087-A9D9-4EED-B0A1-0CAA34D2F9EE}"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37" name="PlaceHolder 3"/>
          <p:cNvSpPr>
            <a:spLocks noGrp="1"/>
          </p:cNvSpPr>
          <p:nvPr>
            <p:ph type="dt" idx="138"/>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4C4C4"/>
            </a:gs>
          </a:gsLst>
          <a:lin ang="5400000"/>
        </a:gradFill>
        <a:effectLst/>
      </p:bgPr>
    </p:bg>
    <p:spTree>
      <p:nvGrpSpPr>
        <p:cNvPr id="1" name=""/>
        <p:cNvGrpSpPr/>
        <p:nvPr/>
      </p:nvGrpSpPr>
      <p:grpSpPr>
        <a:xfrm>
          <a:off x="0" y="0"/>
          <a:ext cx="0" cy="0"/>
          <a:chOff x="0" y="0"/>
          <a:chExt cx="0" cy="0"/>
        </a:xfrm>
      </p:grpSpPr>
      <p:sp>
        <p:nvSpPr>
          <p:cNvPr id="338" name="Rectangle 7"/>
          <p:cNvSpPr/>
          <p:nvPr/>
        </p:nvSpPr>
        <p:spPr>
          <a:xfrm>
            <a:off x="777240" y="0"/>
            <a:ext cx="7541280" cy="37836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39" name="Rectangle 8"/>
          <p:cNvSpPr/>
          <p:nvPr/>
        </p:nvSpPr>
        <p:spPr>
          <a:xfrm>
            <a:off x="777240" y="6172200"/>
            <a:ext cx="7541280" cy="24840"/>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uFillTx/>
              <a:latin typeface="Times New Roman" panose="02020603050405020304"/>
            </a:endParaRPr>
          </a:p>
        </p:txBody>
      </p:sp>
      <p:sp>
        <p:nvSpPr>
          <p:cNvPr id="340" name="PlaceHolder 1"/>
          <p:cNvSpPr>
            <a:spLocks noGrp="1"/>
          </p:cNvSpPr>
          <p:nvPr>
            <p:ph type="ftr" idx="139"/>
          </p:nvPr>
        </p:nvSpPr>
        <p:spPr>
          <a:xfrm>
            <a:off x="762120" y="6208920"/>
            <a:ext cx="4871520" cy="3625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41" name="PlaceHolder 2"/>
          <p:cNvSpPr>
            <a:spLocks noGrp="1"/>
          </p:cNvSpPr>
          <p:nvPr>
            <p:ph type="sldNum" idx="140"/>
          </p:nvPr>
        </p:nvSpPr>
        <p:spPr>
          <a:xfrm>
            <a:off x="7620120" y="5687640"/>
            <a:ext cx="75960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2400" b="0" u="none" strike="noStrike">
                <a:solidFill>
                  <a:schemeClr val="dk1">
                    <a:lumMod val="85000"/>
                    <a:lumOff val="15000"/>
                  </a:schemeClr>
                </a:solidFill>
                <a:uFillTx/>
                <a:latin typeface="Impact" panose="020B0806030902050204"/>
              </a:defRPr>
            </a:lvl1pPr>
          </a:lstStyle>
          <a:p>
            <a:pPr indent="0" algn="r" defTabSz="914400">
              <a:lnSpc>
                <a:spcPct val="100000"/>
              </a:lnSpc>
              <a:buNone/>
              <a:tabLst>
                <a:tab pos="0" algn="l"/>
              </a:tabLst>
            </a:pPr>
            <a:fld id="{5C2FD0BB-CFD9-4B9E-9439-8F4C96C8C733}" type="slidenum">
              <a:rPr lang="en-US" sz="2400" b="0" u="none" strike="noStrike">
                <a:solidFill>
                  <a:schemeClr val="dk1">
                    <a:lumMod val="85000"/>
                    <a:lumOff val="15000"/>
                  </a:schemeClr>
                </a:solidFill>
                <a:uFillTx/>
                <a:latin typeface="Impact" panose="020B0806030902050204"/>
              </a:rPr>
            </a:fld>
            <a:endParaRPr lang="en-US" sz="2400" b="0" u="none" strike="noStrike">
              <a:solidFill>
                <a:srgbClr val="000000"/>
              </a:solidFill>
              <a:uFillTx/>
              <a:latin typeface="Times New Roman" panose="02020603050405020304"/>
            </a:endParaRPr>
          </a:p>
        </p:txBody>
      </p:sp>
      <p:sp>
        <p:nvSpPr>
          <p:cNvPr id="342" name="PlaceHolder 3"/>
          <p:cNvSpPr>
            <a:spLocks noGrp="1"/>
          </p:cNvSpPr>
          <p:nvPr>
            <p:ph type="dt" idx="141"/>
          </p:nvPr>
        </p:nvSpPr>
        <p:spPr>
          <a:xfrm>
            <a:off x="6248520" y="6208920"/>
            <a:ext cx="2131200" cy="3625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74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360" y="1219680"/>
            <a:ext cx="9042972" cy="4786838"/>
          </a:xfrm>
          <a:prstGeom prst="rect">
            <a:avLst/>
          </a:prstGeom>
          <a:noFill/>
          <a:ln w="0">
            <a:noFill/>
          </a:ln>
        </p:spPr>
        <p:txBody>
          <a:bodyPr lIns="91440" tIns="45720" rIns="91440" bIns="45720" anchor="b">
            <a:normAutofit/>
          </a:bodyPr>
          <a:lstStyle/>
          <a:p>
            <a:pPr algn="ctr">
              <a:lnSpc>
                <a:spcPct val="100000"/>
              </a:lnSpc>
              <a:tabLst>
                <a:tab pos="0" algn="l"/>
              </a:tabLst>
            </a:pPr>
            <a:r>
              <a:rPr lang="en-US" sz="7200" dirty="0">
                <a:solidFill>
                  <a:schemeClr val="accent5">
                    <a:lumMod val="60000"/>
                    <a:lumOff val="40000"/>
                  </a:schemeClr>
                </a:solidFill>
                <a:latin typeface="Impact" panose="020B0806030902050204"/>
              </a:rPr>
              <a:t> Voting System</a:t>
            </a:r>
            <a:br>
              <a:rPr lang="en-US" sz="7200" dirty="0">
                <a:solidFill>
                  <a:schemeClr val="accent5">
                    <a:lumMod val="60000"/>
                    <a:lumOff val="40000"/>
                  </a:schemeClr>
                </a:solidFill>
                <a:latin typeface="Impact" panose="020B0806030902050204"/>
              </a:rPr>
            </a:br>
            <a:br>
              <a:rPr sz="7200" dirty="0"/>
            </a:br>
            <a:r>
              <a:rPr lang="en-US" sz="7200" dirty="0"/>
              <a:t>                    </a:t>
            </a:r>
            <a:endParaRPr lang="en-US" sz="1800" b="0" u="none" strike="noStrike" dirty="0">
              <a:solidFill>
                <a:srgbClr val="000000"/>
              </a:solidFill>
              <a:uFillTx/>
              <a:latin typeface="Arial" panose="020B0604020202020204"/>
            </a:endParaRPr>
          </a:p>
        </p:txBody>
      </p:sp>
      <p:pic>
        <p:nvPicPr>
          <p:cNvPr id="350" name="Picture 4"/>
          <p:cNvPicPr/>
          <p:nvPr/>
        </p:nvPicPr>
        <p:blipFill>
          <a:blip r:embed="rId1"/>
          <a:stretch>
            <a:fillRect/>
          </a:stretch>
        </p:blipFill>
        <p:spPr>
          <a:xfrm>
            <a:off x="5867280" y="533520"/>
            <a:ext cx="2988000" cy="870840"/>
          </a:xfrm>
          <a:prstGeom prst="rect">
            <a:avLst/>
          </a:prstGeom>
          <a:ln w="0">
            <a:noFill/>
          </a:ln>
        </p:spPr>
      </p:pic>
      <p:sp>
        <p:nvSpPr>
          <p:cNvPr id="351" name="TextBox 1"/>
          <p:cNvSpPr/>
          <p:nvPr/>
        </p:nvSpPr>
        <p:spPr>
          <a:xfrm>
            <a:off x="1143000" y="6400800"/>
            <a:ext cx="571248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352" name="TextBox 7"/>
          <p:cNvSpPr/>
          <p:nvPr/>
        </p:nvSpPr>
        <p:spPr>
          <a:xfrm>
            <a:off x="130810" y="4876800"/>
            <a:ext cx="4743450" cy="144272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US" sz="2000" b="0" u="none" strike="noStrike" dirty="0">
                <a:solidFill>
                  <a:schemeClr val="dk1"/>
                </a:solidFill>
                <a:uFillTx/>
                <a:latin typeface="Times New Roman" panose="02020603050405020304"/>
              </a:rPr>
              <a:t>Submitted by:</a:t>
            </a:r>
            <a:endParaRPr lang="en-US" sz="2000" b="0" u="none" strike="noStrike" dirty="0">
              <a:solidFill>
                <a:srgbClr val="000000"/>
              </a:solidFill>
              <a:uFillTx/>
              <a:latin typeface="Arial" panose="020B0604020202020204"/>
            </a:endParaRPr>
          </a:p>
          <a:p>
            <a:pPr defTabSz="914400">
              <a:lnSpc>
                <a:spcPct val="100000"/>
              </a:lnSpc>
            </a:pPr>
            <a:r>
              <a:rPr lang="en-US" sz="1600" b="0" u="none" strike="noStrike" dirty="0">
                <a:solidFill>
                  <a:schemeClr val="dk1"/>
                </a:solidFill>
                <a:uFillTx/>
                <a:latin typeface="Times New Roman" panose="02020603050405020304"/>
              </a:rPr>
              <a:t> 	Verbeina Thapa</a:t>
            </a:r>
            <a:endParaRPr lang="en-US" sz="1600" b="0" u="none" strike="noStrike" dirty="0">
              <a:solidFill>
                <a:schemeClr val="dk1"/>
              </a:solidFill>
              <a:uFillTx/>
              <a:latin typeface="Times New Roman" panose="02020603050405020304"/>
            </a:endParaRPr>
          </a:p>
          <a:p>
            <a:pPr defTabSz="914400">
              <a:lnSpc>
                <a:spcPct val="100000"/>
              </a:lnSpc>
            </a:pPr>
            <a:r>
              <a:rPr lang="en-US" sz="1600" b="0" u="none" strike="noStrike" dirty="0">
                <a:solidFill>
                  <a:schemeClr val="dk1"/>
                </a:solidFill>
                <a:uFillTx/>
                <a:latin typeface="Times New Roman" panose="02020603050405020304"/>
              </a:rPr>
              <a:t>                   Ishan Kafle</a:t>
            </a:r>
            <a:endParaRPr lang="en-US" sz="1600" b="0" u="none" strike="noStrike" dirty="0">
              <a:solidFill>
                <a:schemeClr val="dk1"/>
              </a:solidFill>
              <a:uFillTx/>
              <a:latin typeface="Times New Roman" panose="02020603050405020304"/>
            </a:endParaRPr>
          </a:p>
          <a:p>
            <a:pPr defTabSz="914400">
              <a:lnSpc>
                <a:spcPct val="100000"/>
              </a:lnSpc>
            </a:pPr>
            <a:r>
              <a:rPr lang="en-US" sz="1600" b="0" u="none" strike="noStrike" dirty="0">
                <a:solidFill>
                  <a:schemeClr val="dk1"/>
                </a:solidFill>
                <a:uFillTx/>
                <a:latin typeface="Times New Roman" panose="02020603050405020304"/>
              </a:rPr>
              <a:t>                   Ubika Bajracharya</a:t>
            </a:r>
            <a:r>
              <a:rPr lang="en-US" sz="1600" b="0" u="none" strike="noStrike" dirty="0">
                <a:solidFill>
                  <a:srgbClr val="000000"/>
                </a:solidFill>
                <a:uFillTx/>
                <a:latin typeface="Arial" panose="020B0604020202020204"/>
              </a:rPr>
              <a:t>                                              </a:t>
            </a:r>
            <a:endParaRPr lang="en-US" sz="1600" b="0" u="none" strike="noStrike" dirty="0">
              <a:solidFill>
                <a:srgbClr val="000000"/>
              </a:solidFill>
              <a:uFillTx/>
              <a:latin typeface="Arial" panose="020B0604020202020204"/>
            </a:endParaRPr>
          </a:p>
          <a:p>
            <a:pPr defTabSz="914400">
              <a:lnSpc>
                <a:spcPct val="100000"/>
              </a:lnSpc>
            </a:pPr>
            <a:endParaRPr lang="en-US" sz="2000" b="0" u="none" strike="noStrike" dirty="0">
              <a:solidFill>
                <a:srgbClr val="000000"/>
              </a:solidFill>
              <a:uFillTx/>
              <a:latin typeface="Arial" panose="020B0604020202020204"/>
            </a:endParaRPr>
          </a:p>
        </p:txBody>
      </p:sp>
      <p:sp>
        <p:nvSpPr>
          <p:cNvPr id="353" name="TextBox 8"/>
          <p:cNvSpPr/>
          <p:nvPr/>
        </p:nvSpPr>
        <p:spPr>
          <a:xfrm>
            <a:off x="6019920" y="5482440"/>
            <a:ext cx="2512080" cy="39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uFillTx/>
              <a:latin typeface="Arial" panose="020B0604020202020204"/>
            </a:endParaRPr>
          </a:p>
        </p:txBody>
      </p:sp>
      <p:sp>
        <p:nvSpPr>
          <p:cNvPr id="2" name="TextBox 1"/>
          <p:cNvSpPr txBox="1"/>
          <p:nvPr/>
        </p:nvSpPr>
        <p:spPr>
          <a:xfrm>
            <a:off x="5947713" y="5482440"/>
            <a:ext cx="2986877" cy="645160"/>
          </a:xfrm>
          <a:prstGeom prst="rect">
            <a:avLst/>
          </a:prstGeom>
          <a:noFill/>
        </p:spPr>
        <p:txBody>
          <a:bodyPr wrap="square" rtlCol="0">
            <a:spAutoFit/>
          </a:bodyPr>
          <a:lstStyle/>
          <a:p>
            <a:r>
              <a:rPr lang="en-US" dirty="0"/>
              <a:t>Submitted To :</a:t>
            </a:r>
            <a:endParaRPr lang="en-US" dirty="0"/>
          </a:p>
          <a:p>
            <a:r>
              <a:rPr lang="en-US" dirty="0"/>
              <a:t>Suman Devekota</a:t>
            </a:r>
            <a:endParaRPr lang="en-US" dirty="0"/>
          </a:p>
        </p:txBody>
      </p:sp>
      <p:sp>
        <p:nvSpPr>
          <p:cNvPr id="3" name="Slide Number Placeholder 2"/>
          <p:cNvSpPr>
            <a:spLocks noGrp="1"/>
          </p:cNvSpPr>
          <p:nvPr>
            <p:ph type="sldNum" idx="41"/>
          </p:nvPr>
        </p:nvSpPr>
        <p:spPr>
          <a:xfrm>
            <a:off x="7620120" y="5687640"/>
            <a:ext cx="759600" cy="362520"/>
          </a:xfrm>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308660" y="842730"/>
            <a:ext cx="7899438" cy="1123259"/>
          </a:xfrm>
          <a:prstGeom prst="rect">
            <a:avLst/>
          </a:prstGeom>
          <a:noFill/>
          <a:ln w="0">
            <a:noFill/>
          </a:ln>
        </p:spPr>
        <p:txBody>
          <a:bodyPr lIns="91440" tIns="45720" rIns="91440" bIns="45720" anchor="b">
            <a:noAutofit/>
          </a:bodyPr>
          <a:lstStyle/>
          <a:p>
            <a:pPr indent="0">
              <a:lnSpc>
                <a:spcPct val="100000"/>
              </a:lnSpc>
              <a:buNone/>
              <a:tabLst>
                <a:tab pos="0" algn="l"/>
              </a:tabLst>
            </a:pPr>
            <a:r>
              <a:rPr lang="en-US" sz="4000" b="1" strike="noStrike" dirty="0">
                <a:solidFill>
                  <a:srgbClr val="000000"/>
                </a:solidFill>
                <a:uFillTx/>
                <a:latin typeface="Arial" panose="020B0604020202020204"/>
              </a:rPr>
              <a:t>INTRODUCTION:</a:t>
            </a:r>
            <a:endParaRPr lang="en-US" sz="4000" b="1" strike="noStrike" dirty="0">
              <a:solidFill>
                <a:srgbClr val="000000"/>
              </a:solidFill>
              <a:uFillTx/>
              <a:latin typeface="Arial" panose="020B0604020202020204"/>
            </a:endParaRPr>
          </a:p>
        </p:txBody>
      </p:sp>
      <p:pic>
        <p:nvPicPr>
          <p:cNvPr id="355" name="Picture 3"/>
          <p:cNvPicPr/>
          <p:nvPr/>
        </p:nvPicPr>
        <p:blipFill>
          <a:blip r:embed="rId1"/>
          <a:stretch>
            <a:fillRect/>
          </a:stretch>
        </p:blipFill>
        <p:spPr>
          <a:xfrm>
            <a:off x="5867280" y="533520"/>
            <a:ext cx="2988000" cy="870840"/>
          </a:xfrm>
          <a:prstGeom prst="rect">
            <a:avLst/>
          </a:prstGeom>
          <a:ln w="0">
            <a:noFill/>
          </a:ln>
        </p:spPr>
      </p:pic>
      <p:sp>
        <p:nvSpPr>
          <p:cNvPr id="356" name="TextBox 16"/>
          <p:cNvSpPr/>
          <p:nvPr/>
        </p:nvSpPr>
        <p:spPr>
          <a:xfrm rot="21577800">
            <a:off x="311547" y="1825682"/>
            <a:ext cx="8609760" cy="78105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dirty="0">
                <a:solidFill>
                  <a:schemeClr val="dk1"/>
                </a:solidFill>
                <a:uFillTx/>
                <a:latin typeface="Times New Roman" panose="02020603050405020304"/>
              </a:rPr>
              <a:t> </a:t>
            </a:r>
            <a:endParaRPr lang="en-US" sz="1800" b="0" u="none" strike="noStrike" dirty="0">
              <a:solidFill>
                <a:schemeClr val="dk1"/>
              </a:solidFill>
              <a:uFillTx/>
              <a:latin typeface="Times New Roman" panose="02020603050405020304"/>
            </a:endParaRPr>
          </a:p>
          <a:p>
            <a:pPr defTabSz="914400">
              <a:lnSpc>
                <a:spcPct val="150000"/>
              </a:lnSpc>
            </a:pPr>
            <a:endParaRPr lang="en-US" sz="1800" b="0" u="none" strike="noStrike" dirty="0">
              <a:solidFill>
                <a:srgbClr val="000000"/>
              </a:solidFill>
              <a:uFillTx/>
              <a:latin typeface="Arial" panose="020B0604020202020204"/>
            </a:endParaRPr>
          </a:p>
        </p:txBody>
      </p:sp>
      <p:sp>
        <p:nvSpPr>
          <p:cNvPr id="357" name="Rectangle 356"/>
          <p:cNvSpPr/>
          <p:nvPr/>
        </p:nvSpPr>
        <p:spPr>
          <a:xfrm>
            <a:off x="435595" y="2184054"/>
            <a:ext cx="8227440" cy="365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9600" b="0" u="none" strike="noStrike" dirty="0">
              <a:solidFill>
                <a:srgbClr val="000000"/>
              </a:solidFill>
              <a:uFillTx/>
              <a:latin typeface="Arial" panose="020B0604020202020204"/>
            </a:endParaRPr>
          </a:p>
        </p:txBody>
      </p:sp>
      <p:sp>
        <p:nvSpPr>
          <p:cNvPr id="3" name="Text Box 2"/>
          <p:cNvSpPr txBox="1"/>
          <p:nvPr/>
        </p:nvSpPr>
        <p:spPr>
          <a:xfrm>
            <a:off x="163195" y="2046605"/>
            <a:ext cx="8625205" cy="3889375"/>
          </a:xfrm>
          <a:prstGeom prst="rect">
            <a:avLst/>
          </a:prstGeom>
          <a:noFill/>
        </p:spPr>
        <p:txBody>
          <a:bodyPr wrap="square" rtlCol="0">
            <a:noAutofit/>
          </a:bodyPr>
          <a:lstStyle/>
          <a:p>
            <a:pPr>
              <a:lnSpc>
                <a:spcPct val="110000"/>
              </a:lnSpc>
            </a:pPr>
            <a:r>
              <a:rPr lang="en-US" altLang="en-US"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sym typeface="+mn-ea"/>
              </a:rPr>
              <a:t>The voting System is a  comprehensive &amp; intuitive platfrom meticulously crafted to revolutionize election management for ogranizations, institution, and govering bodies as  desktop-based application developed using Java and JavaFX, with MySQL as the backend database. It is designed to automate and manage the core activities of a </a:t>
            </a:r>
            <a:r>
              <a:rPr lang="en-US" altLang="en-US" sz="1600" dirty="0" err="1">
                <a:latin typeface="Times New Roman" panose="02020603050405020304" pitchFamily="18" charset="0"/>
                <a:cs typeface="Times New Roman" panose="02020603050405020304" pitchFamily="18" charset="0"/>
                <a:sym typeface="+mn-ea"/>
              </a:rPr>
              <a:t>voting &amp; pooling</a:t>
            </a:r>
            <a:r>
              <a:rPr lang="en-US" altLang="en-US" sz="1600" dirty="0">
                <a:latin typeface="Times New Roman" panose="02020603050405020304" pitchFamily="18" charset="0"/>
                <a:cs typeface="Times New Roman" panose="02020603050405020304" pitchFamily="18" charset="0"/>
                <a:sym typeface="+mn-ea"/>
              </a:rPr>
              <a:t>, reducing the need for manual work and minimizing human errors.</a:t>
            </a:r>
            <a:endParaRPr lang="en-US" altLang="en-US" sz="1600" dirty="0">
              <a:latin typeface="Times New Roman" panose="02020603050405020304" pitchFamily="18" charset="0"/>
              <a:cs typeface="Times New Roman" panose="02020603050405020304" pitchFamily="18" charset="0"/>
              <a:sym typeface="+mn-ea"/>
            </a:endParaRPr>
          </a:p>
          <a:p>
            <a:pPr>
              <a:lnSpc>
                <a:spcPct val="110000"/>
              </a:lnSpc>
            </a:pPr>
            <a:endParaRPr lang="en-US" altLang="en-US" sz="1600" dirty="0">
              <a:latin typeface="Times New Roman" panose="02020603050405020304" pitchFamily="18" charset="0"/>
              <a:cs typeface="Times New Roman" panose="02020603050405020304" pitchFamily="18" charset="0"/>
            </a:endParaRPr>
          </a:p>
          <a:p>
            <a:pPr>
              <a:lnSpc>
                <a:spcPct val="110000"/>
              </a:lnSpc>
            </a:pPr>
            <a:r>
              <a:rPr lang="en-US" altLang="en-US" sz="1600" dirty="0"/>
              <a:t>An voting technique. In this system, authorized voters can give his\her vote  without using traditional paper based voting,  polling method. A database is maintained in which all the names of voters with complete information are stored. </a:t>
            </a:r>
            <a:r>
              <a:rPr lang="en-US" altLang="en-US" sz="1600" dirty="0">
                <a:latin typeface="Times New Roman" panose="02020603050405020304" pitchFamily="18" charset="0"/>
                <a:cs typeface="Times New Roman" panose="02020603050405020304" pitchFamily="18" charset="0"/>
                <a:sym typeface="+mn-ea"/>
              </a:rPr>
              <a:t>Unlike traditional paper-based that require paper ,stamp, ink stuff this system introduce modern voting system. </a:t>
            </a:r>
            <a:endParaRPr lang="en-US" altLang="en-US" dirty="0"/>
          </a:p>
          <a:p>
            <a:endParaRPr lang="en-US" altLang="en-US" dirty="0"/>
          </a:p>
          <a:p>
            <a:endParaRPr lang="en-US" dirty="0"/>
          </a:p>
        </p:txBody>
      </p:sp>
      <p:sp>
        <p:nvSpPr>
          <p:cNvPr id="2" name="Slide Number Placeholder 1"/>
          <p:cNvSpPr>
            <a:spLocks noGrp="1"/>
          </p:cNvSpPr>
          <p:nvPr>
            <p:ph type="sldNum" idx="41"/>
          </p:nvPr>
        </p:nvSpPr>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738148" y="276426"/>
            <a:ext cx="6779160" cy="159768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1" u="sng" strike="noStrike" dirty="0">
                <a:solidFill>
                  <a:srgbClr val="000000"/>
                </a:solidFill>
                <a:uFillTx/>
                <a:latin typeface="Arial" panose="020B0604020202020204"/>
              </a:rPr>
              <a:t>Problem Statement</a:t>
            </a:r>
            <a:endParaRPr lang="en-US" sz="4400" b="1" u="sng" strike="noStrike" dirty="0">
              <a:solidFill>
                <a:srgbClr val="000000"/>
              </a:solidFill>
              <a:uFillTx/>
              <a:latin typeface="Arial" panose="020B0604020202020204"/>
            </a:endParaRPr>
          </a:p>
        </p:txBody>
      </p:sp>
      <p:sp>
        <p:nvSpPr>
          <p:cNvPr id="360" name="Rectangle 359"/>
          <p:cNvSpPr/>
          <p:nvPr/>
        </p:nvSpPr>
        <p:spPr>
          <a:xfrm>
            <a:off x="0" y="1796251"/>
            <a:ext cx="9144000" cy="188651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85750" indent="-285750">
              <a:lnSpc>
                <a:spcPct val="150000"/>
              </a:lnSpc>
              <a:buFont typeface="Arial" panose="020B0604020202020204" pitchFamily="34" charset="0"/>
              <a:buChar char="•"/>
            </a:pPr>
            <a:endParaRPr lang="en-US" sz="1600" dirty="0"/>
          </a:p>
        </p:txBody>
      </p:sp>
      <p:sp>
        <p:nvSpPr>
          <p:cNvPr id="3" name="TextBox 2"/>
          <p:cNvSpPr txBox="1"/>
          <p:nvPr/>
        </p:nvSpPr>
        <p:spPr>
          <a:xfrm>
            <a:off x="313690" y="1796415"/>
            <a:ext cx="6348730" cy="1886585"/>
          </a:xfrm>
          <a:prstGeom prst="rect">
            <a:avLst/>
          </a:prstGeom>
          <a:noFill/>
        </p:spPr>
        <p:txBody>
          <a:bodyPr wrap="square" rtlCol="0">
            <a:noAutofit/>
          </a:bodyPr>
          <a:lstStyle/>
          <a:p>
            <a:pPr marL="285750" indent="-285750">
              <a:buFont typeface="Arial" panose="020B0604020202020204" pitchFamily="34" charset="0"/>
              <a:buChar char="•"/>
            </a:pPr>
            <a:r>
              <a:rPr lang="en-US" dirty="0"/>
              <a:t>Long report processing time</a:t>
            </a:r>
            <a:endParaRPr lang="en-US" dirty="0"/>
          </a:p>
          <a:p>
            <a:pPr marL="285750" indent="-285750">
              <a:buFont typeface="Arial" panose="020B0604020202020204" pitchFamily="34" charset="0"/>
              <a:buChar char="•"/>
            </a:pPr>
            <a:r>
              <a:rPr lang="en-US" dirty="0"/>
              <a:t>Fear of loosing vote data (both capture)</a:t>
            </a:r>
            <a:endParaRPr lang="en-US" dirty="0"/>
          </a:p>
          <a:p>
            <a:pPr marL="285750" indent="-285750">
              <a:buFont typeface="Arial" panose="020B0604020202020204" pitchFamily="34" charset="0"/>
              <a:buChar char="•"/>
            </a:pPr>
            <a:r>
              <a:rPr lang="en-US" dirty="0"/>
              <a:t>Complex user experience </a:t>
            </a:r>
            <a:endParaRPr lang="en-US" dirty="0"/>
          </a:p>
          <a:p>
            <a:endParaRPr lang="en-US" dirty="0"/>
          </a:p>
        </p:txBody>
      </p:sp>
      <p:sp>
        <p:nvSpPr>
          <p:cNvPr id="2" name="Slide Number Placeholder 1"/>
          <p:cNvSpPr>
            <a:spLocks noGrp="1"/>
          </p:cNvSpPr>
          <p:nvPr>
            <p:ph type="sldNum" idx="41"/>
          </p:nvPr>
        </p:nvSpPr>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rot="19800">
            <a:off x="12947" y="533842"/>
            <a:ext cx="9108553" cy="1367570"/>
          </a:xfrm>
          <a:prstGeom prst="rect">
            <a:avLst/>
          </a:prstGeom>
          <a:noFill/>
          <a:ln w="0">
            <a:noFill/>
          </a:ln>
        </p:spPr>
        <p:txBody>
          <a:bodyPr lIns="91440" tIns="45720" rIns="91440" bIns="45720" anchor="b">
            <a:normAutofit/>
          </a:bodyPr>
          <a:lstStyle/>
          <a:p>
            <a:pPr indent="0" defTabSz="914400">
              <a:lnSpc>
                <a:spcPct val="100000"/>
              </a:lnSpc>
              <a:buNone/>
              <a:tabLst>
                <a:tab pos="0" algn="l"/>
              </a:tabLst>
            </a:pPr>
            <a:r>
              <a:rPr lang="en-US" sz="4400" b="1" u="sng" strike="noStrike" dirty="0">
                <a:solidFill>
                  <a:srgbClr val="000000"/>
                </a:solidFill>
                <a:uFillTx/>
                <a:latin typeface="Arial" panose="020B0604020202020204"/>
              </a:rPr>
              <a:t>OBJECTIVES:</a:t>
            </a:r>
            <a:endParaRPr lang="en-US" sz="4400" b="1" u="sng" strike="noStrike" dirty="0">
              <a:solidFill>
                <a:srgbClr val="000000"/>
              </a:solidFill>
              <a:uFillTx/>
              <a:latin typeface="Arial" panose="020B0604020202020204"/>
            </a:endParaRPr>
          </a:p>
        </p:txBody>
      </p:sp>
      <p:pic>
        <p:nvPicPr>
          <p:cNvPr id="364" name="Picture 3"/>
          <p:cNvPicPr/>
          <p:nvPr/>
        </p:nvPicPr>
        <p:blipFill>
          <a:blip r:embed="rId1"/>
          <a:stretch>
            <a:fillRect/>
          </a:stretch>
        </p:blipFill>
        <p:spPr>
          <a:xfrm>
            <a:off x="5867280" y="533520"/>
            <a:ext cx="2988000" cy="870840"/>
          </a:xfrm>
          <a:prstGeom prst="rect">
            <a:avLst/>
          </a:prstGeom>
          <a:ln w="0">
            <a:noFill/>
          </a:ln>
        </p:spPr>
      </p:pic>
      <p:sp>
        <p:nvSpPr>
          <p:cNvPr id="365" name="Rectangle 364"/>
          <p:cNvSpPr/>
          <p:nvPr/>
        </p:nvSpPr>
        <p:spPr>
          <a:xfrm>
            <a:off x="134224" y="1927632"/>
            <a:ext cx="9009776" cy="424240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2000" dirty="0"/>
          </a:p>
          <a:p>
            <a:pPr>
              <a:lnSpc>
                <a:spcPct val="150000"/>
              </a:lnSpc>
            </a:pPr>
            <a:r>
              <a:rPr lang="en-US" sz="2000" dirty="0"/>
              <a:t>Here are the following objectives of this program</a:t>
            </a:r>
            <a:r>
              <a:rPr lang="en-US" dirty="0"/>
              <a:t>:</a:t>
            </a:r>
            <a:endParaRPr lang="en-US" dirty="0"/>
          </a:p>
          <a:p>
            <a:pPr>
              <a:lnSpc>
                <a:spcPct val="150000"/>
              </a:lnSpc>
            </a:pPr>
            <a:endParaRPr lang="en-US" dirty="0"/>
          </a:p>
          <a:p>
            <a:pPr marL="285750" indent="-285750" algn="just">
              <a:lnSpc>
                <a:spcPct val="150000"/>
              </a:lnSpc>
              <a:buFont typeface="Arial" panose="020B0604020202020204" pitchFamily="34" charset="0"/>
              <a:buChar char="•"/>
            </a:pPr>
            <a:r>
              <a:rPr lang="en-US" dirty="0"/>
              <a:t>Simple to use user interface</a:t>
            </a:r>
            <a:endParaRPr lang="en-US" dirty="0"/>
          </a:p>
          <a:p>
            <a:pPr marL="285750" indent="-285750" algn="just">
              <a:lnSpc>
                <a:spcPct val="150000"/>
              </a:lnSpc>
              <a:buFont typeface="Arial" panose="020B0604020202020204" pitchFamily="34" charset="0"/>
              <a:buChar char="•"/>
            </a:pPr>
            <a:r>
              <a:rPr lang="en-US" dirty="0"/>
              <a:t>Data stored using database</a:t>
            </a:r>
            <a:endParaRPr lang="en-US" dirty="0"/>
          </a:p>
          <a:p>
            <a:pPr marL="285750" indent="-285750" algn="just">
              <a:lnSpc>
                <a:spcPct val="150000"/>
              </a:lnSpc>
              <a:buFont typeface="Arial" panose="020B0604020202020204" pitchFamily="34" charset="0"/>
              <a:buChar char="•"/>
            </a:pPr>
            <a:r>
              <a:rPr lang="en-US" dirty="0"/>
              <a:t>Little to no data processing time</a:t>
            </a:r>
            <a:endParaRPr lang="en-US" dirty="0"/>
          </a:p>
          <a:p>
            <a:pPr>
              <a:lnSpc>
                <a:spcPct val="150000"/>
              </a:lnSpc>
            </a:pPr>
            <a:endParaRPr lang="en-US" dirty="0"/>
          </a:p>
        </p:txBody>
      </p:sp>
      <p:sp>
        <p:nvSpPr>
          <p:cNvPr id="366" name="Rectangle 365"/>
          <p:cNvSpPr/>
          <p:nvPr/>
        </p:nvSpPr>
        <p:spPr>
          <a:xfrm>
            <a:off x="0" y="1371600"/>
            <a:ext cx="9121680" cy="479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000" b="0" u="none" strike="noStrike" dirty="0">
              <a:solidFill>
                <a:srgbClr val="000000"/>
              </a:solidFill>
              <a:uFillTx/>
              <a:latin typeface="Arial" panose="020B0604020202020204"/>
            </a:endParaRPr>
          </a:p>
        </p:txBody>
      </p:sp>
      <p:sp>
        <p:nvSpPr>
          <p:cNvPr id="2" name="Slide Number Placeholder 1"/>
          <p:cNvSpPr>
            <a:spLocks noGrp="1"/>
          </p:cNvSpPr>
          <p:nvPr>
            <p:ph type="sldNum" idx="41"/>
          </p:nvPr>
        </p:nvSpPr>
        <p:spPr/>
        <p:txBody>
          <a:bodyPr/>
          <a:p>
            <a:fld id="{ADC47868-AEFF-4F45-B323-7EAEFDF96199}" type="slidenum">
              <a:rPr sz="2000"/>
            </a:fld>
            <a:endParaRPr sz="2000"/>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10424" y="360895"/>
            <a:ext cx="7569072" cy="1572768"/>
          </a:xfrm>
          <a:prstGeom prst="rect">
            <a:avLst/>
          </a:prstGeom>
          <a:noFill/>
          <a:ln w="0">
            <a:noFill/>
          </a:ln>
        </p:spPr>
        <p:txBody>
          <a:bodyPr lIns="91440" tIns="45720" rIns="91440" bIns="45720" anchor="b">
            <a:normAutofit/>
          </a:bodyPr>
          <a:lstStyle/>
          <a:p>
            <a:pPr indent="0" defTabSz="914400">
              <a:lnSpc>
                <a:spcPct val="100000"/>
              </a:lnSpc>
              <a:buNone/>
              <a:tabLst>
                <a:tab pos="0" algn="l"/>
              </a:tabLst>
            </a:pPr>
            <a:r>
              <a:rPr lang="en-US" sz="4000" b="1" u="sng" dirty="0">
                <a:solidFill>
                  <a:srgbClr val="000000"/>
                </a:solidFill>
                <a:latin typeface="Arial" panose="020B0604020202020204"/>
              </a:rPr>
              <a:t>Functional Requirements:</a:t>
            </a:r>
            <a:endParaRPr lang="en-US" sz="4000" b="1" u="sng" strike="noStrike" dirty="0">
              <a:solidFill>
                <a:srgbClr val="000000"/>
              </a:solidFill>
              <a:uFillTx/>
              <a:latin typeface="Arial" panose="020B0604020202020204"/>
            </a:endParaRPr>
          </a:p>
        </p:txBody>
      </p:sp>
      <p:sp>
        <p:nvSpPr>
          <p:cNvPr id="369" name="Rectangle 2"/>
          <p:cNvSpPr/>
          <p:nvPr/>
        </p:nvSpPr>
        <p:spPr>
          <a:xfrm>
            <a:off x="563760" y="2105640"/>
            <a:ext cx="49201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br>
              <a:rPr sz="1800"/>
            </a:br>
            <a:endParaRPr lang="en-US" sz="1800" b="0" u="none" strike="noStrike">
              <a:solidFill>
                <a:srgbClr val="000000"/>
              </a:solidFill>
              <a:uFillTx/>
              <a:latin typeface="Arial" panose="020B0604020202020204"/>
            </a:endParaRPr>
          </a:p>
        </p:txBody>
      </p:sp>
      <p:pic>
        <p:nvPicPr>
          <p:cNvPr id="370" name="Picture 4"/>
          <p:cNvPicPr/>
          <p:nvPr/>
        </p:nvPicPr>
        <p:blipFill>
          <a:blip r:embed="rId1"/>
          <a:stretch>
            <a:fillRect/>
          </a:stretch>
        </p:blipFill>
        <p:spPr>
          <a:xfrm>
            <a:off x="6156000" y="187632"/>
            <a:ext cx="2988000" cy="870840"/>
          </a:xfrm>
          <a:prstGeom prst="rect">
            <a:avLst/>
          </a:prstGeom>
          <a:ln w="0">
            <a:noFill/>
          </a:ln>
        </p:spPr>
      </p:pic>
      <p:sp>
        <p:nvSpPr>
          <p:cNvPr id="371" name="Rectangle 370"/>
          <p:cNvSpPr/>
          <p:nvPr/>
        </p:nvSpPr>
        <p:spPr>
          <a:xfrm>
            <a:off x="76680" y="2030136"/>
            <a:ext cx="8836560" cy="410221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lvl="0"/>
            <a:endParaRPr lang="en-US" b="1" dirty="0"/>
          </a:p>
          <a:p>
            <a:pPr algn="just">
              <a:lnSpc>
                <a:spcPct val="150000"/>
              </a:lnSpc>
            </a:pPr>
            <a:r>
              <a:rPr lang="en-US" sz="1400" dirty="0"/>
              <a:t>This section explains what our voting system needs to do and how it should work. We’ve split it into the main features (functional requirements) and the qualities we want the app to have (non-functional requirements). There’s also a table at the end to show which parts are most important.</a:t>
            </a:r>
            <a:endParaRPr lang="en-US" sz="1400" dirty="0"/>
          </a:p>
          <a:p>
            <a:pPr algn="just">
              <a:lnSpc>
                <a:spcPct val="150000"/>
              </a:lnSpc>
            </a:pPr>
            <a:endParaRPr lang="en-US" sz="1400" dirty="0"/>
          </a:p>
          <a:p>
            <a:pPr algn="just"/>
            <a:r>
              <a:rPr lang="en-US" sz="1400" b="1" dirty="0"/>
              <a:t>1. Login System:</a:t>
            </a:r>
            <a:endParaRPr lang="en-US" sz="1400" dirty="0"/>
          </a:p>
          <a:p>
            <a:pPr lvl="0" algn="just"/>
            <a:r>
              <a:rPr lang="en-US" sz="1400" dirty="0"/>
              <a:t>Admin login with credentials verification from the database.</a:t>
            </a:r>
            <a:endParaRPr lang="en-US" sz="1400" dirty="0"/>
          </a:p>
          <a:p>
            <a:pPr algn="just"/>
            <a:r>
              <a:rPr lang="en-US" sz="1400" dirty="0"/>
              <a:t> </a:t>
            </a:r>
            <a:r>
              <a:rPr lang="en-US" sz="1400" b="1" dirty="0"/>
              <a:t>2. Candidate Management:</a:t>
            </a:r>
            <a:endParaRPr lang="en-US" sz="1400" dirty="0"/>
          </a:p>
          <a:p>
            <a:pPr lvl="0" algn="just"/>
            <a:r>
              <a:rPr lang="en-US" sz="1400" dirty="0"/>
              <a:t>Add, update, and delete Candidate records.</a:t>
            </a:r>
            <a:endParaRPr lang="en-US" sz="1400" dirty="0"/>
          </a:p>
          <a:p>
            <a:pPr lvl="0" algn="just"/>
            <a:r>
              <a:rPr lang="en-US" sz="1400" b="1" dirty="0"/>
              <a:t>3. Election Management:</a:t>
            </a:r>
            <a:endParaRPr lang="en-US" sz="1400" dirty="0"/>
          </a:p>
          <a:p>
            <a:pPr lvl="0" algn="just"/>
            <a:r>
              <a:rPr lang="en-US" sz="1400" dirty="0"/>
              <a:t>Add, update, and delete election.</a:t>
            </a:r>
            <a:endParaRPr lang="en-US" sz="1400" dirty="0"/>
          </a:p>
          <a:p>
            <a:pPr algn="just"/>
            <a:r>
              <a:rPr lang="en-US" sz="1400" b="1" dirty="0"/>
              <a:t>4. Database Connectivity:</a:t>
            </a:r>
            <a:endParaRPr lang="en-US" sz="1400" dirty="0"/>
          </a:p>
          <a:p>
            <a:pPr lvl="0" algn="just"/>
            <a:r>
              <a:rPr lang="en-US" sz="1400" dirty="0"/>
              <a:t>Use MySQL for database management and continuity.</a:t>
            </a:r>
            <a:endParaRPr lang="en-US" sz="1400" dirty="0"/>
          </a:p>
          <a:p>
            <a:pPr lvl="0" algn="just"/>
            <a:r>
              <a:rPr lang="en-US" sz="1400" dirty="0"/>
              <a:t>Ensure smooth data retrieval and storage using JDBC for database interactions.</a:t>
            </a:r>
            <a:endParaRPr lang="en-US" sz="1400" b="1" u="sng" dirty="0"/>
          </a:p>
          <a:p>
            <a:endParaRPr lang="en-US" sz="1600" b="1" u="sng" dirty="0"/>
          </a:p>
          <a:p>
            <a:endParaRPr lang="en-US" b="1" u="sng" dirty="0"/>
          </a:p>
          <a:p>
            <a:pPr>
              <a:lnSpc>
                <a:spcPct val="100000"/>
              </a:lnSpc>
            </a:pPr>
            <a:r>
              <a:rPr lang="en-US" sz="1400" b="0" u="none" strike="noStrike" dirty="0">
                <a:solidFill>
                  <a:srgbClr val="000000"/>
                </a:solidFill>
                <a:uFillTx/>
                <a:latin typeface="Arial" panose="020B0604020202020204"/>
              </a:rPr>
              <a:t>	</a:t>
            </a:r>
            <a:endParaRPr lang="en-US" sz="1400" b="0" u="none" strike="noStrike" dirty="0">
              <a:solidFill>
                <a:srgbClr val="000000"/>
              </a:solidFill>
              <a:uFillTx/>
              <a:latin typeface="Arial" panose="020B0604020202020204"/>
            </a:endParaRPr>
          </a:p>
        </p:txBody>
      </p:sp>
      <p:sp>
        <p:nvSpPr>
          <p:cNvPr id="372" name="Rectangle 371"/>
          <p:cNvSpPr/>
          <p:nvPr/>
        </p:nvSpPr>
        <p:spPr>
          <a:xfrm>
            <a:off x="76680" y="2286000"/>
            <a:ext cx="9065880" cy="3656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000" b="0" u="none" strike="noStrike" dirty="0">
              <a:solidFill>
                <a:srgbClr val="000000"/>
              </a:solidFill>
              <a:uFillTx/>
              <a:latin typeface="Arial" panose="020B0604020202020204"/>
            </a:endParaRPr>
          </a:p>
        </p:txBody>
      </p:sp>
      <p:sp>
        <p:nvSpPr>
          <p:cNvPr id="2" name="Slide Number Placeholder 1"/>
          <p:cNvSpPr>
            <a:spLocks noGrp="1"/>
          </p:cNvSpPr>
          <p:nvPr>
            <p:ph type="sldNum" idx="41"/>
          </p:nvPr>
        </p:nvSpPr>
        <p:spPr/>
        <p:txBody>
          <a:bodyPr/>
          <a:p>
            <a:fld id="{ADC47868-AEFF-4F45-B323-7EAEFDF96199}"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813733" y="352338"/>
            <a:ext cx="6736359" cy="1149291"/>
          </a:xfrm>
          <a:prstGeom prst="rect">
            <a:avLst/>
          </a:prstGeom>
          <a:noFill/>
          <a:ln w="0">
            <a:noFill/>
          </a:ln>
        </p:spPr>
        <p:txBody>
          <a:bodyPr lIns="91440" tIns="45720" rIns="91440" bIns="45720" anchor="t">
            <a:noAutofit/>
          </a:bodyPr>
          <a:lstStyle/>
          <a:p>
            <a:r>
              <a:rPr lang="en-US" sz="3200" dirty="0"/>
              <a:t>✅ Non-Functional Requirements (NFR)</a:t>
            </a:r>
            <a:endParaRPr lang="en-US" sz="3200" dirty="0"/>
          </a:p>
        </p:txBody>
      </p:sp>
      <p:sp>
        <p:nvSpPr>
          <p:cNvPr id="3" name="TextBox 2"/>
          <p:cNvSpPr txBox="1"/>
          <p:nvPr/>
        </p:nvSpPr>
        <p:spPr>
          <a:xfrm>
            <a:off x="637563" y="981512"/>
            <a:ext cx="8112154" cy="4801314"/>
          </a:xfrm>
          <a:prstGeom prst="rect">
            <a:avLst/>
          </a:prstGeom>
          <a:noFill/>
        </p:spPr>
        <p:txBody>
          <a:bodyPr wrap="square" rtlCol="0">
            <a:spAutoFit/>
          </a:bodyPr>
          <a:lstStyle/>
          <a:p>
            <a:endParaRPr lang="en-US" b="1" dirty="0"/>
          </a:p>
          <a:p>
            <a:r>
              <a:rPr lang="en-US" dirty="0"/>
              <a:t>These define </a:t>
            </a:r>
            <a:r>
              <a:rPr lang="en-US" b="1" dirty="0"/>
              <a:t>quality attributes </a:t>
            </a:r>
            <a:r>
              <a:rPr lang="en-US" dirty="0"/>
              <a:t>and constraints.</a:t>
            </a:r>
            <a:endParaRPr lang="en-US" dirty="0"/>
          </a:p>
          <a:p>
            <a:r>
              <a:rPr lang="en-US" b="1" dirty="0"/>
              <a:t>1. Performance</a:t>
            </a:r>
            <a:endParaRPr lang="en-US" b="1" dirty="0"/>
          </a:p>
          <a:p>
            <a:r>
              <a:rPr lang="en-US" dirty="0"/>
              <a:t>The system should process transactions (sales, updates) within 2 seconds. Should support concurrent access by multiple users (if networked).</a:t>
            </a:r>
            <a:endParaRPr lang="en-US" dirty="0"/>
          </a:p>
          <a:p>
            <a:endParaRPr lang="en-US" dirty="0"/>
          </a:p>
          <a:p>
            <a:r>
              <a:rPr lang="en-US" b="1" dirty="0"/>
              <a:t>2. Scalability</a:t>
            </a:r>
            <a:endParaRPr lang="en-US" b="1" dirty="0"/>
          </a:p>
          <a:p>
            <a:pPr lvl="0"/>
            <a:r>
              <a:rPr lang="en-US" dirty="0"/>
              <a:t>Should handle increasing records and voting without performance degradation.</a:t>
            </a:r>
            <a:endParaRPr lang="en-US" dirty="0"/>
          </a:p>
          <a:p>
            <a:pPr lvl="0"/>
            <a:endParaRPr lang="en-US" dirty="0"/>
          </a:p>
          <a:p>
            <a:r>
              <a:rPr lang="en-US" b="1" dirty="0"/>
              <a:t>3. Usability</a:t>
            </a:r>
            <a:endParaRPr lang="en-US" b="1" dirty="0"/>
          </a:p>
          <a:p>
            <a:pPr lvl="0"/>
            <a:r>
              <a:rPr lang="en-US" dirty="0"/>
              <a:t>User-friendly interface with minimal training required.</a:t>
            </a:r>
            <a:endParaRPr lang="en-US" dirty="0"/>
          </a:p>
          <a:p>
            <a:pPr lvl="0"/>
            <a:endParaRPr lang="en-US" dirty="0"/>
          </a:p>
          <a:p>
            <a:r>
              <a:rPr lang="en-US" b="1" dirty="0"/>
              <a:t>4. Reliability</a:t>
            </a:r>
            <a:endParaRPr lang="en-US" b="1" dirty="0"/>
          </a:p>
          <a:p>
            <a:pPr lvl="0"/>
            <a:r>
              <a:rPr lang="en-US" dirty="0"/>
              <a:t>System should operate continuously with minimal downtime.</a:t>
            </a:r>
            <a:endParaRPr lang="en-US" dirty="0"/>
          </a:p>
          <a:p>
            <a:pPr lvl="0"/>
            <a:endParaRPr lang="en-US" dirty="0"/>
          </a:p>
          <a:p>
            <a:r>
              <a:rPr lang="en-US" b="1" dirty="0"/>
              <a:t>5. Security</a:t>
            </a:r>
            <a:endParaRPr lang="en-US" b="1" dirty="0"/>
          </a:p>
          <a:p>
            <a:pPr lvl="0"/>
            <a:r>
              <a:rPr lang="en-US" dirty="0"/>
              <a:t>Encrypted password storage.</a:t>
            </a:r>
            <a:endParaRPr lang="en-US" dirty="0"/>
          </a:p>
        </p:txBody>
      </p:sp>
      <p:pic>
        <p:nvPicPr>
          <p:cNvPr id="2" name="Picture 4"/>
          <p:cNvPicPr/>
          <p:nvPr/>
        </p:nvPicPr>
        <p:blipFill>
          <a:blip r:embed="rId1"/>
          <a:stretch>
            <a:fillRect/>
          </a:stretch>
        </p:blipFill>
        <p:spPr>
          <a:xfrm>
            <a:off x="5761717" y="630789"/>
            <a:ext cx="2988000" cy="870840"/>
          </a:xfrm>
          <a:prstGeom prst="rect">
            <a:avLst/>
          </a:prstGeom>
          <a:ln w="0">
            <a:noFill/>
          </a:ln>
        </p:spPr>
      </p:pic>
      <p:sp>
        <p:nvSpPr>
          <p:cNvPr id="4" name="Slide Number Placeholder 3"/>
          <p:cNvSpPr>
            <a:spLocks noGrp="1"/>
          </p:cNvSpPr>
          <p:nvPr>
            <p:ph type="sldNum" idx="41"/>
          </p:nvPr>
        </p:nvSpPr>
        <p:spPr/>
        <p:txBody>
          <a:bodyPr/>
          <a:p>
            <a:fld id="{ADC47868-AEFF-4F45-B323-7EAEFDF96199}"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3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620" y="386080"/>
            <a:ext cx="6779260" cy="1296035"/>
          </a:xfrm>
        </p:spPr>
        <p:txBody>
          <a:bodyPr/>
          <a:lstStyle/>
          <a:p>
            <a:r>
              <a:rPr lang="en-US" dirty="0"/>
              <a:t>Background</a:t>
            </a:r>
            <a:endParaRPr lang="en-US" dirty="0"/>
          </a:p>
        </p:txBody>
      </p:sp>
      <p:sp>
        <p:nvSpPr>
          <p:cNvPr id="3" name="TextBox 2"/>
          <p:cNvSpPr txBox="1"/>
          <p:nvPr/>
        </p:nvSpPr>
        <p:spPr>
          <a:xfrm>
            <a:off x="244953" y="1387845"/>
            <a:ext cx="8654094" cy="3416320"/>
          </a:xfrm>
          <a:prstGeom prst="rect">
            <a:avLst/>
          </a:prstGeom>
          <a:noFill/>
        </p:spPr>
        <p:txBody>
          <a:bodyPr wrap="square" rtlCol="0">
            <a:spAutoFit/>
          </a:bodyPr>
          <a:lstStyle/>
          <a:p>
            <a:endParaRPr lang="en-US" b="1" dirty="0"/>
          </a:p>
          <a:p>
            <a:r>
              <a:rPr lang="en-US" b="1" dirty="0"/>
              <a:t>Lack of Transparency</a:t>
            </a:r>
            <a:br>
              <a:rPr lang="en-US" dirty="0"/>
            </a:br>
            <a:r>
              <a:rPr lang="en-US" dirty="0"/>
              <a:t>Many existing voting systems, especially electronic ones, do not provide verifiable proof to voters that their vote was accurately recorded and counted, leading to mistrust in the process.  </a:t>
            </a:r>
            <a:endParaRPr lang="en-US" dirty="0"/>
          </a:p>
          <a:p>
            <a:endParaRPr lang="en-US" dirty="0"/>
          </a:p>
          <a:p>
            <a:r>
              <a:rPr lang="en-US" b="1" dirty="0"/>
              <a:t>Slow and Error-Prone Counting Process</a:t>
            </a:r>
            <a:br>
              <a:rPr lang="en-US" dirty="0"/>
            </a:br>
            <a:r>
              <a:rPr lang="en-US" dirty="0"/>
              <a:t>Manual vote counting or outdated systems can delay results and are more prone to human error, causing disputes that may affect the results.</a:t>
            </a:r>
            <a:endParaRPr lang="en-US" dirty="0"/>
          </a:p>
          <a:p>
            <a:endParaRPr lang="en-US" dirty="0"/>
          </a:p>
          <a:p>
            <a:r>
              <a:rPr lang="en-US" b="1" dirty="0"/>
              <a:t>High Cost of Operation</a:t>
            </a:r>
            <a:endParaRPr lang="en-US" b="1" dirty="0"/>
          </a:p>
          <a:p>
            <a:r>
              <a:rPr lang="en-US" dirty="0"/>
              <a:t>Existing system are very high in cost. </a:t>
            </a:r>
            <a:endParaRPr lang="en-US" dirty="0"/>
          </a:p>
        </p:txBody>
      </p:sp>
      <p:pic>
        <p:nvPicPr>
          <p:cNvPr id="4" name="Picture 4"/>
          <p:cNvPicPr/>
          <p:nvPr/>
        </p:nvPicPr>
        <p:blipFill>
          <a:blip r:embed="rId1"/>
          <a:stretch>
            <a:fillRect/>
          </a:stretch>
        </p:blipFill>
        <p:spPr>
          <a:xfrm>
            <a:off x="5911047" y="385894"/>
            <a:ext cx="2988000" cy="870840"/>
          </a:xfrm>
          <a:prstGeom prst="rect">
            <a:avLst/>
          </a:prstGeom>
          <a:ln w="0">
            <a:noFill/>
          </a:ln>
        </p:spPr>
      </p:pic>
      <p:sp>
        <p:nvSpPr>
          <p:cNvPr id="5" name="Slide Number Placeholder 4"/>
          <p:cNvSpPr>
            <a:spLocks noGrp="1"/>
          </p:cNvSpPr>
          <p:nvPr>
            <p:ph type="sldNum" idx="41"/>
          </p:nvPr>
        </p:nvSpPr>
        <p:spPr/>
        <p:txBody>
          <a:bodyPr/>
          <a:p>
            <a:fld id="{ADC47868-AEFF-4F45-B323-7EAEFDF96199}" type="slidenum">
              <a:rPr/>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20" y="1086747"/>
            <a:ext cx="8004159" cy="1199625"/>
          </a:xfrm>
        </p:spPr>
        <p:txBody>
          <a:bodyPr/>
          <a:lstStyle/>
          <a:p>
            <a:r>
              <a:rPr lang="en-US" dirty="0"/>
              <a:t>INCREEMENTAL DEVELOPMENT MODEL</a:t>
            </a:r>
            <a:endParaRPr lang="en-US" dirty="0"/>
          </a:p>
        </p:txBody>
      </p:sp>
      <p:sp>
        <p:nvSpPr>
          <p:cNvPr id="6" name="TextBox 5"/>
          <p:cNvSpPr txBox="1"/>
          <p:nvPr/>
        </p:nvSpPr>
        <p:spPr>
          <a:xfrm>
            <a:off x="1006997" y="2592729"/>
            <a:ext cx="6609144" cy="2030095"/>
          </a:xfrm>
          <a:prstGeom prst="rect">
            <a:avLst/>
          </a:prstGeom>
          <a:noFill/>
        </p:spPr>
        <p:txBody>
          <a:bodyPr wrap="square" rtlCol="0">
            <a:spAutoFit/>
          </a:bodyPr>
          <a:lstStyle/>
          <a:p>
            <a:r>
              <a:rPr lang="en-US" dirty="0">
                <a:latin typeface="Times New Roman (Body)"/>
              </a:rPr>
              <a:t>The Incremental Development Model is a software development approach where the system is built and delivered in small, manageable parts (increments) rather than all at once. Hence we used incremental methodology.</a:t>
            </a:r>
            <a:endParaRPr lang="en-US" dirty="0">
              <a:latin typeface="Times New Roman (Body)"/>
            </a:endParaRPr>
          </a:p>
          <a:p>
            <a:endParaRPr lang="en-US" dirty="0">
              <a:latin typeface="Times New Roman (Body)"/>
            </a:endParaRPr>
          </a:p>
          <a:p>
            <a:endParaRPr lang="en-US" dirty="0">
              <a:latin typeface="Times New Roman (Body)"/>
            </a:endParaRPr>
          </a:p>
          <a:p>
            <a:endParaRPr lang="en-US" dirty="0">
              <a:latin typeface="Times New Roman (Body)"/>
            </a:endParaRPr>
          </a:p>
        </p:txBody>
      </p:sp>
      <p:pic>
        <p:nvPicPr>
          <p:cNvPr id="7" name="Picture 4"/>
          <p:cNvPicPr/>
          <p:nvPr/>
        </p:nvPicPr>
        <p:blipFill>
          <a:blip r:embed="rId1"/>
          <a:stretch>
            <a:fillRect/>
          </a:stretch>
        </p:blipFill>
        <p:spPr>
          <a:xfrm>
            <a:off x="6122141" y="344970"/>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120" y="394283"/>
            <a:ext cx="6779160" cy="604007"/>
          </a:xfrm>
        </p:spPr>
        <p:txBody>
          <a:bodyPr/>
          <a:lstStyle/>
          <a:p>
            <a:r>
              <a:rPr lang="en-US" dirty="0"/>
              <a:t>GANTT CHART</a:t>
            </a:r>
            <a:endParaRPr lang="en-US" dirty="0"/>
          </a:p>
        </p:txBody>
      </p:sp>
      <p:pic>
        <p:nvPicPr>
          <p:cNvPr id="6" name="Picture 4"/>
          <p:cNvPicPr/>
          <p:nvPr/>
        </p:nvPicPr>
        <p:blipFill>
          <a:blip r:embed="rId1"/>
          <a:stretch>
            <a:fillRect/>
          </a:stretch>
        </p:blipFill>
        <p:spPr>
          <a:xfrm>
            <a:off x="6047280" y="390305"/>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07128" y="1660828"/>
            <a:ext cx="4888653" cy="2755112"/>
          </a:xfrm>
          <a:prstGeom prst="rect">
            <a:avLst/>
          </a:prstGeom>
        </p:spPr>
      </p:pic>
      <p:sp>
        <p:nvSpPr>
          <p:cNvPr id="7" name="TextBox 6"/>
          <p:cNvSpPr txBox="1"/>
          <p:nvPr/>
        </p:nvSpPr>
        <p:spPr>
          <a:xfrm>
            <a:off x="748219" y="1660828"/>
            <a:ext cx="2515842" cy="2954655"/>
          </a:xfrm>
          <a:prstGeom prst="rect">
            <a:avLst/>
          </a:prstGeom>
          <a:noFill/>
        </p:spPr>
        <p:txBody>
          <a:bodyPr wrap="square" rtlCol="0">
            <a:spAutoFit/>
          </a:bodyPr>
          <a:lstStyle/>
          <a:p>
            <a:r>
              <a:rPr lang="en-US" dirty="0"/>
              <a:t>Main interface(login UI)</a:t>
            </a:r>
            <a:endParaRPr lang="en-US" dirty="0"/>
          </a:p>
          <a:p>
            <a:r>
              <a:rPr lang="en-US" dirty="0"/>
              <a:t>Summary : login and signup screen allowing access based on user role</a:t>
            </a:r>
            <a:endParaRPr lang="en-US" dirty="0"/>
          </a:p>
          <a:p>
            <a:r>
              <a:rPr lang="en-US" altLang="en-US" sz="1600" b="1" dirty="0">
                <a:cs typeface="Bahnschrift" panose="020B0502040204020203" charset="0"/>
              </a:rPr>
              <a:t>Components Used:</a:t>
            </a:r>
            <a:endParaRPr lang="en-US" altLang="en-US" sz="1600" b="1"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TextField</a:t>
            </a:r>
            <a:r>
              <a:rPr lang="en-US" altLang="en-US" sz="1600" dirty="0">
                <a:cs typeface="Bahnschrift" panose="020B0502040204020203" charset="0"/>
              </a:rPr>
              <a:t> (Username)</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PasswordField</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Button (Login, Sign Up)</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VBox</a:t>
            </a:r>
            <a:r>
              <a:rPr lang="en-US" altLang="en-US" sz="1600" dirty="0">
                <a:cs typeface="Bahnschrift" panose="020B0502040204020203" charset="0"/>
              </a:rPr>
              <a:t> layout</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Label (Title)</a:t>
            </a:r>
            <a:endParaRPr lang="en-US" altLang="en-US" sz="1600" dirty="0">
              <a:cs typeface="Bahnschrift" panose="020B0502040204020203" charset="0"/>
            </a:endParaRPr>
          </a:p>
          <a:p>
            <a:endParaRPr lang="en-US" dirty="0"/>
          </a:p>
        </p:txBody>
      </p:sp>
      <p:pic>
        <p:nvPicPr>
          <p:cNvPr id="8" name="Picture 4"/>
          <p:cNvPicPr/>
          <p:nvPr/>
        </p:nvPicPr>
        <p:blipFill>
          <a:blip r:embed="rId2"/>
          <a:stretch>
            <a:fillRect/>
          </a:stretch>
        </p:blipFill>
        <p:spPr>
          <a:xfrm>
            <a:off x="5951454" y="489893"/>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sp>
        <p:nvSpPr>
          <p:cNvPr id="7" name="TextBox 6"/>
          <p:cNvSpPr txBox="1"/>
          <p:nvPr/>
        </p:nvSpPr>
        <p:spPr>
          <a:xfrm>
            <a:off x="748219" y="1660828"/>
            <a:ext cx="2515842" cy="3570208"/>
          </a:xfrm>
          <a:prstGeom prst="rect">
            <a:avLst/>
          </a:prstGeom>
          <a:noFill/>
        </p:spPr>
        <p:txBody>
          <a:bodyPr wrap="square" rtlCol="0">
            <a:spAutoFit/>
          </a:bodyPr>
          <a:lstStyle/>
          <a:p>
            <a:r>
              <a:rPr lang="en-US" altLang="en-US" sz="1600" b="1" dirty="0">
                <a:cs typeface="Bahnschrift" panose="020B0502040204020203" charset="0"/>
              </a:rPr>
              <a:t>Signup Interface</a:t>
            </a:r>
            <a:endParaRPr lang="en-US" altLang="en-US" sz="1600" b="1" dirty="0">
              <a:cs typeface="Bahnschrift" panose="020B0502040204020203" charset="0"/>
            </a:endParaRPr>
          </a:p>
          <a:p>
            <a:r>
              <a:rPr lang="en-US" altLang="en-US" sz="1600" dirty="0">
                <a:cs typeface="Bahnschrift" panose="020B0502040204020203" charset="0"/>
              </a:rPr>
              <a:t>Summary: Registers new users with username, email, password, and role selection.</a:t>
            </a:r>
            <a:endParaRPr lang="en-US" altLang="en-US" sz="1600" dirty="0">
              <a:cs typeface="Bahnschrift" panose="020B0502040204020203" charset="0"/>
            </a:endParaRPr>
          </a:p>
          <a:p>
            <a:r>
              <a:rPr lang="en-US" altLang="en-US" sz="1600" b="1" dirty="0">
                <a:cs typeface="Bahnschrift" panose="020B0502040204020203" charset="0"/>
              </a:rPr>
              <a:t>Components Used:</a:t>
            </a:r>
            <a:endParaRPr lang="en-US" altLang="en-US" sz="1600" b="1"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TextField</a:t>
            </a:r>
            <a:r>
              <a:rPr lang="en-US" altLang="en-US" sz="1600" dirty="0">
                <a:cs typeface="Bahnschrift" panose="020B0502040204020203" charset="0"/>
              </a:rPr>
              <a:t> (</a:t>
            </a:r>
            <a:r>
              <a:rPr lang="en-US" altLang="en-US" sz="1600" dirty="0" err="1">
                <a:cs typeface="Bahnschrift" panose="020B0502040204020203" charset="0"/>
              </a:rPr>
              <a:t>Username,fullname</a:t>
            </a:r>
            <a:r>
              <a:rPr lang="en-US" altLang="en-US" sz="1600" dirty="0">
                <a:cs typeface="Bahnschrift" panose="020B0502040204020203" charset="0"/>
              </a:rPr>
              <a:t> Email)</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PasswordField</a:t>
            </a:r>
            <a:endParaRPr lang="en-US" altLang="en-US" sz="1600" dirty="0">
              <a:cs typeface="Bahnschrift" panose="020B0502040204020203" charset="0"/>
            </a:endParaRPr>
          </a:p>
          <a:p>
            <a:pPr>
              <a:buFont typeface="Wingdings" panose="05000000000000000000" charset="0"/>
              <a:buChar char="§"/>
            </a:pPr>
            <a:r>
              <a:rPr lang="en-US" altLang="en-US" sz="1600" dirty="0" err="1">
                <a:cs typeface="Bahnschrift" panose="020B0502040204020203" charset="0"/>
              </a:rPr>
              <a:t>ComboBox</a:t>
            </a:r>
            <a:r>
              <a:rPr lang="en-US" altLang="en-US" sz="1600" dirty="0">
                <a:cs typeface="Bahnschrift" panose="020B0502040204020203" charset="0"/>
              </a:rPr>
              <a:t> (Role: Admin, Trainer, Member)</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Button (signup, already…)</a:t>
            </a:r>
            <a:endParaRPr lang="en-US" altLang="en-US" sz="1600" dirty="0">
              <a:cs typeface="Bahnschrift" panose="020B0502040204020203" charset="0"/>
            </a:endParaRPr>
          </a:p>
          <a:p>
            <a:pPr>
              <a:buFont typeface="Wingdings" panose="05000000000000000000" charset="0"/>
              <a:buChar char="§"/>
            </a:pPr>
            <a:r>
              <a:rPr lang="en-US" altLang="en-US" sz="1600" dirty="0">
                <a:cs typeface="Bahnschrift" panose="020B0502040204020203" charset="0"/>
              </a:rPr>
              <a:t>Label (Sign Up Title)</a:t>
            </a:r>
            <a:endParaRPr lang="en-US" altLang="en-US" sz="1600" dirty="0">
              <a:cs typeface="Bahnschrift" panose="020B0502040204020203" charset="0"/>
            </a:endParaRPr>
          </a:p>
          <a:p>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r="5313" b="3601"/>
          <a:stretch>
            <a:fillRect/>
          </a:stretch>
        </p:blipFill>
        <p:spPr>
          <a:xfrm>
            <a:off x="4238891" y="1660828"/>
            <a:ext cx="3712917" cy="3825572"/>
          </a:xfrm>
          <a:prstGeom prst="rect">
            <a:avLst/>
          </a:prstGeom>
        </p:spPr>
      </p:pic>
      <p:pic>
        <p:nvPicPr>
          <p:cNvPr id="5" name="Picture 4"/>
          <p:cNvPicPr/>
          <p:nvPr/>
        </p:nvPicPr>
        <p:blipFill>
          <a:blip r:embed="rId2"/>
          <a:stretch>
            <a:fillRect/>
          </a:stretch>
        </p:blipFill>
        <p:spPr>
          <a:xfrm>
            <a:off x="6095349" y="489893"/>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sp>
        <p:nvSpPr>
          <p:cNvPr id="7" name="TextBox 6"/>
          <p:cNvSpPr txBox="1"/>
          <p:nvPr/>
        </p:nvSpPr>
        <p:spPr>
          <a:xfrm>
            <a:off x="748030" y="1660525"/>
            <a:ext cx="2945130" cy="3453130"/>
          </a:xfrm>
          <a:prstGeom prst="rect">
            <a:avLst/>
          </a:prstGeom>
          <a:noFill/>
        </p:spPr>
        <p:txBody>
          <a:bodyPr wrap="square" rtlCol="0">
            <a:noAutofit/>
          </a:bodyPr>
          <a:lstStyle/>
          <a:p>
            <a:pPr algn="just"/>
            <a:r>
              <a:rPr lang="en-US" altLang="en-US" sz="1600" b="1" dirty="0">
                <a:cs typeface="Bahnschrift" panose="020B0502040204020203" charset="0"/>
              </a:rPr>
              <a:t>Signup Interface</a:t>
            </a:r>
            <a:endParaRPr lang="en-US" altLang="en-US" sz="1600" b="1" dirty="0">
              <a:cs typeface="Bahnschrift" panose="020B0502040204020203" charset="0"/>
            </a:endParaRPr>
          </a:p>
          <a:p>
            <a:pPr algn="just"/>
            <a:r>
              <a:rPr lang="en-US" altLang="en-US" sz="1600" dirty="0">
                <a:cs typeface="Bahnschrift" panose="020B0502040204020203" charset="0"/>
              </a:rPr>
              <a:t>Summary: user dashboard</a:t>
            </a:r>
            <a:endParaRPr lang="en-US" altLang="en-US" sz="1600" dirty="0">
              <a:cs typeface="Bahnschrift" panose="020B0502040204020203" charset="0"/>
            </a:endParaRPr>
          </a:p>
          <a:p>
            <a:pPr algn="just"/>
            <a:r>
              <a:rPr lang="en-US" altLang="en-US" sz="1600" b="1" dirty="0">
                <a:cs typeface="Bahnschrift" panose="020B0502040204020203" charset="0"/>
              </a:rPr>
              <a:t>Components Used:</a:t>
            </a:r>
            <a:endParaRPr lang="en-US" altLang="en-US" sz="1600" b="1" dirty="0">
              <a:cs typeface="Bahnschrift" panose="020B0502040204020203" charset="0"/>
            </a:endParaRPr>
          </a:p>
          <a:p>
            <a:pPr algn="just">
              <a:buFont typeface="Wingdings" panose="05000000000000000000" charset="0"/>
              <a:buChar char="§"/>
            </a:pPr>
            <a:r>
              <a:rPr lang="en-US" altLang="en-US" sz="1600" dirty="0" err="1">
                <a:cs typeface="Bahnschrift" panose="020B0502040204020203" charset="0"/>
              </a:rPr>
              <a:t>BorderPane</a:t>
            </a:r>
            <a:r>
              <a:rPr lang="en-US" altLang="en-US" sz="1600" dirty="0">
                <a:cs typeface="Bahnschrift" panose="020B0502040204020203" charset="0"/>
              </a:rPr>
              <a:t> layout</a:t>
            </a:r>
            <a:endParaRPr lang="en-US" altLang="en-US" sz="1600" dirty="0">
              <a:cs typeface="Bahnschrift" panose="020B0502040204020203" charset="0"/>
            </a:endParaRPr>
          </a:p>
          <a:p>
            <a:pPr algn="just">
              <a:buFont typeface="Wingdings" panose="05000000000000000000" charset="0"/>
              <a:buChar char="§"/>
            </a:pPr>
            <a:r>
              <a:rPr lang="en-US" altLang="en-US" sz="1600" dirty="0">
                <a:cs typeface="Bahnschrift" panose="020B0502040204020203" charset="0"/>
              </a:rPr>
              <a:t>Label (Welcome message)</a:t>
            </a:r>
            <a:endParaRPr lang="en-US" altLang="en-US" sz="1600" dirty="0">
              <a:cs typeface="Bahnschrift" panose="020B0502040204020203" charset="0"/>
            </a:endParaRPr>
          </a:p>
          <a:p>
            <a:pPr algn="just">
              <a:buFont typeface="Wingdings" panose="05000000000000000000" charset="0"/>
              <a:buChar char="§"/>
            </a:pPr>
            <a:r>
              <a:rPr lang="en-US" altLang="en-US" sz="1600" dirty="0">
                <a:cs typeface="Bahnschrift" panose="020B0502040204020203" charset="0"/>
              </a:rPr>
              <a:t>Button (vote now, election, my profile, logout)</a:t>
            </a:r>
            <a:endParaRPr lang="en-US" altLang="en-US" sz="1600" dirty="0">
              <a:cs typeface="Bahnschrift" panose="020B0502040204020203" charset="0"/>
            </a:endParaRPr>
          </a:p>
          <a:p>
            <a:pPr algn="just">
              <a:buFont typeface="Wingdings" panose="05000000000000000000" charset="0"/>
              <a:buChar char="§"/>
            </a:pPr>
            <a:r>
              <a:rPr lang="en-US" altLang="en-US" sz="1600" dirty="0" err="1">
                <a:cs typeface="Bahnschrift" panose="020B0502040204020203" charset="0"/>
              </a:rPr>
              <a:t>TableView</a:t>
            </a:r>
            <a:r>
              <a:rPr lang="en-US" altLang="en-US" sz="1600" dirty="0">
                <a:cs typeface="Bahnschrift" panose="020B0502040204020203" charset="0"/>
              </a:rPr>
              <a:t> (ongoing election)</a:t>
            </a:r>
            <a:endParaRPr lang="en-US" altLang="en-US" sz="1600" dirty="0">
              <a:cs typeface="Bahnschrift" panose="020B0502040204020203" charset="0"/>
            </a:endParaRPr>
          </a:p>
          <a:p>
            <a:pPr algn="just">
              <a:buFont typeface="Wingdings" panose="05000000000000000000" charset="0"/>
              <a:buChar char="§"/>
            </a:pPr>
            <a:r>
              <a:rPr lang="en-US" altLang="en-US" sz="1600" dirty="0">
                <a:cs typeface="Bahnschrift" panose="020B0502040204020203" charset="0"/>
              </a:rPr>
              <a:t>Input fields (vote )</a:t>
            </a:r>
            <a:endParaRPr lang="en-US" altLang="en-US" sz="1600" dirty="0">
              <a:cs typeface="Bahnschrift" panose="020B0502040204020203" charset="0"/>
            </a:endParaRPr>
          </a:p>
          <a:p>
            <a:pPr algn="just"/>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16985" y="1660525"/>
            <a:ext cx="4784090" cy="3855085"/>
          </a:xfrm>
          <a:prstGeom prst="rect">
            <a:avLst/>
          </a:prstGeom>
        </p:spPr>
      </p:pic>
      <p:pic>
        <p:nvPicPr>
          <p:cNvPr id="6" name="Picture 4"/>
          <p:cNvPicPr/>
          <p:nvPr/>
        </p:nvPicPr>
        <p:blipFill>
          <a:blip r:embed="rId2"/>
          <a:stretch>
            <a:fillRect/>
          </a:stretch>
        </p:blipFill>
        <p:spPr>
          <a:xfrm>
            <a:off x="5889782" y="471301"/>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694481"/>
            <a:ext cx="4560425" cy="461665"/>
          </a:xfrm>
          <a:prstGeom prst="rect">
            <a:avLst/>
          </a:prstGeom>
          <a:noFill/>
        </p:spPr>
        <p:txBody>
          <a:bodyPr wrap="square" rtlCol="0">
            <a:spAutoFit/>
          </a:bodyPr>
          <a:lstStyle/>
          <a:p>
            <a:r>
              <a:rPr lang="en-US" sz="2400" b="1" dirty="0"/>
              <a:t>Interface Overview</a:t>
            </a:r>
            <a:endParaRPr lang="en-US" sz="2400" b="1" dirty="0"/>
          </a:p>
        </p:txBody>
      </p:sp>
      <p:sp>
        <p:nvSpPr>
          <p:cNvPr id="7" name="TextBox 6"/>
          <p:cNvSpPr txBox="1"/>
          <p:nvPr/>
        </p:nvSpPr>
        <p:spPr>
          <a:xfrm>
            <a:off x="748219" y="1660828"/>
            <a:ext cx="2515842" cy="2062103"/>
          </a:xfrm>
          <a:prstGeom prst="rect">
            <a:avLst/>
          </a:prstGeom>
          <a:noFill/>
        </p:spPr>
        <p:txBody>
          <a:bodyPr wrap="square" rtlCol="0">
            <a:spAutoFit/>
          </a:bodyPr>
          <a:lstStyle/>
          <a:p>
            <a:r>
              <a:rPr lang="en-US" altLang="en-US" sz="1600" b="1" dirty="0">
                <a:cs typeface="Bahnschrift" panose="020B0502040204020203" charset="0"/>
              </a:rPr>
              <a:t>Signup Interface(admin interface)</a:t>
            </a:r>
            <a:endParaRPr lang="en-US" altLang="en-US" sz="1600" b="1" dirty="0">
              <a:cs typeface="Bahnschrift" panose="020B0502040204020203" charset="0"/>
            </a:endParaRPr>
          </a:p>
          <a:p>
            <a:r>
              <a:rPr lang="en-US" altLang="en-US" sz="1600" dirty="0">
                <a:cs typeface="Bahnschrift" panose="020B0502040204020203" charset="0"/>
              </a:rPr>
              <a:t>Summary: Election report</a:t>
            </a:r>
            <a:endParaRPr lang="en-US" altLang="en-US" sz="1600" dirty="0">
              <a:cs typeface="Bahnschrift" panose="020B0502040204020203" charset="0"/>
            </a:endParaRPr>
          </a:p>
          <a:p>
            <a:r>
              <a:rPr lang="en-US" sz="1600" b="1" dirty="0"/>
              <a:t>Components used :</a:t>
            </a:r>
            <a:endParaRPr lang="en-US" sz="1600" b="1" dirty="0"/>
          </a:p>
          <a:p>
            <a:r>
              <a:rPr lang="en-US" sz="1600" b="1" dirty="0"/>
              <a:t>Boarder panel view.</a:t>
            </a:r>
            <a:endParaRPr lang="en-US" sz="1600" b="1" dirty="0"/>
          </a:p>
          <a:p>
            <a:r>
              <a:rPr lang="en-US" sz="1600" b="1" dirty="0"/>
              <a:t>Buttons : generate report, export pdf </a:t>
            </a:r>
            <a:endParaRPr lang="en-US" sz="1600" b="1" dirty="0"/>
          </a:p>
          <a:p>
            <a:endParaRPr lang="en-US" sz="1600" b="1"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97603" y="1416495"/>
            <a:ext cx="5364676" cy="4025009"/>
          </a:xfrm>
          <a:prstGeom prst="rect">
            <a:avLst/>
          </a:prstGeom>
        </p:spPr>
      </p:pic>
      <p:pic>
        <p:nvPicPr>
          <p:cNvPr id="6" name="Picture 4"/>
          <p:cNvPicPr/>
          <p:nvPr/>
        </p:nvPicPr>
        <p:blipFill>
          <a:blip r:embed="rId2"/>
          <a:stretch>
            <a:fillRect/>
          </a:stretch>
        </p:blipFill>
        <p:spPr>
          <a:xfrm>
            <a:off x="5879941" y="489893"/>
            <a:ext cx="2988000" cy="870840"/>
          </a:xfrm>
          <a:prstGeom prst="rect">
            <a:avLst/>
          </a:prstGeom>
          <a:ln w="0">
            <a:noFill/>
          </a:ln>
        </p:spPr>
      </p:pic>
      <p:sp>
        <p:nvSpPr>
          <p:cNvPr id="3" name="Slide Number Placeholder 2"/>
          <p:cNvSpPr>
            <a:spLocks noGrp="1"/>
          </p:cNvSpPr>
          <p:nvPr>
            <p:ph type="sldNum" idx="41"/>
          </p:nvPr>
        </p:nvSpPr>
        <p:spPr/>
        <p:txBody>
          <a:bodyPr/>
          <a:p>
            <a:fld id="{ADC47868-AEFF-4F45-B323-7EAEFDF96199}" type="slidenum">
              <a:rPr/>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120" y="584025"/>
            <a:ext cx="6779160" cy="612396"/>
          </a:xfrm>
        </p:spPr>
        <p:txBody>
          <a:bodyPr/>
          <a:lstStyle/>
          <a:p>
            <a:r>
              <a:rPr lang="en-US" dirty="0"/>
              <a:t>DELIVERABLES</a:t>
            </a:r>
            <a:endParaRPr lang="en-US" dirty="0"/>
          </a:p>
        </p:txBody>
      </p:sp>
      <p:sp>
        <p:nvSpPr>
          <p:cNvPr id="4" name="TextBox 3"/>
          <p:cNvSpPr txBox="1"/>
          <p:nvPr/>
        </p:nvSpPr>
        <p:spPr>
          <a:xfrm>
            <a:off x="411061" y="1291905"/>
            <a:ext cx="8472880" cy="2861310"/>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US" sz="2400" dirty="0"/>
              <a:t>A java based voting system that fulfill the objectives of making voting easier.</a:t>
            </a:r>
            <a:endParaRPr lang="en-US" sz="2400" dirty="0"/>
          </a:p>
          <a:p>
            <a:pPr marL="342900" lvl="0" indent="-342900" algn="just">
              <a:lnSpc>
                <a:spcPct val="150000"/>
              </a:lnSpc>
              <a:buFont typeface="Arial" panose="020B0604020202020204" pitchFamily="34" charset="0"/>
              <a:buChar char="•"/>
            </a:pPr>
            <a:r>
              <a:rPr lang="en-US" sz="2400" dirty="0"/>
              <a:t>User manual will be provided to explain how to install, setup, and use the voting system.</a:t>
            </a:r>
            <a:endParaRPr lang="en-US" sz="2400" dirty="0"/>
          </a:p>
          <a:p>
            <a:pPr marL="342900" indent="-342900" algn="just">
              <a:lnSpc>
                <a:spcPct val="150000"/>
              </a:lnSpc>
              <a:buFont typeface="Arial" panose="020B0604020202020204" pitchFamily="34" charset="0"/>
              <a:buChar char="•"/>
            </a:pPr>
            <a:r>
              <a:rPr lang="en-US" sz="2400" dirty="0"/>
              <a:t>A complete report on the project that includes system operation.</a:t>
            </a:r>
            <a:endParaRPr lang="en-US" sz="2400" dirty="0"/>
          </a:p>
        </p:txBody>
      </p:sp>
      <p:pic>
        <p:nvPicPr>
          <p:cNvPr id="3" name="Picture 4"/>
          <p:cNvPicPr/>
          <p:nvPr/>
        </p:nvPicPr>
        <p:blipFill>
          <a:blip r:embed="rId1"/>
          <a:stretch>
            <a:fillRect/>
          </a:stretch>
        </p:blipFill>
        <p:spPr>
          <a:xfrm>
            <a:off x="6047280" y="325581"/>
            <a:ext cx="2988000" cy="870840"/>
          </a:xfrm>
          <a:prstGeom prst="rect">
            <a:avLst/>
          </a:prstGeom>
          <a:ln w="0">
            <a:noFill/>
          </a:ln>
        </p:spPr>
      </p:pic>
      <p:sp>
        <p:nvSpPr>
          <p:cNvPr id="5" name="Slide Number Placeholder 4"/>
          <p:cNvSpPr>
            <a:spLocks noGrp="1"/>
          </p:cNvSpPr>
          <p:nvPr>
            <p:ph type="sldNum" idx="41"/>
          </p:nvPr>
        </p:nvSpPr>
        <p:spPr/>
        <p:txBody>
          <a:bodyPr/>
          <a:p>
            <a:fld id="{ADC47868-AEFF-4F45-B323-7EAEFDF96199}" type="slidenum">
              <a:rPr/>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22" y="394283"/>
            <a:ext cx="6779160" cy="880844"/>
          </a:xfrm>
        </p:spPr>
        <p:txBody>
          <a:bodyPr/>
          <a:lstStyle/>
          <a:p>
            <a:r>
              <a:rPr lang="en-US" dirty="0"/>
              <a:t>Conclusion</a:t>
            </a:r>
            <a:endParaRPr lang="en-US" dirty="0"/>
          </a:p>
        </p:txBody>
      </p:sp>
      <p:sp>
        <p:nvSpPr>
          <p:cNvPr id="3" name="TextBox 2"/>
          <p:cNvSpPr txBox="1"/>
          <p:nvPr/>
        </p:nvSpPr>
        <p:spPr>
          <a:xfrm>
            <a:off x="478172" y="1333850"/>
            <a:ext cx="8363824" cy="3277820"/>
          </a:xfrm>
          <a:prstGeom prst="rect">
            <a:avLst/>
          </a:prstGeom>
          <a:noFill/>
        </p:spPr>
        <p:txBody>
          <a:bodyPr wrap="square" rtlCol="0">
            <a:spAutoFit/>
          </a:bodyPr>
          <a:lstStyle/>
          <a:p>
            <a:pPr>
              <a:lnSpc>
                <a:spcPct val="150000"/>
              </a:lnSpc>
            </a:pPr>
            <a:r>
              <a:rPr lang="en-US" dirty="0"/>
              <a:t>The Java-based Voting System project successfully addresses many of the common challenges associated with traditional and manual voting methods. By leveraging core Java technologies along with a user-friendly interface, the system enables secure, efficient, and transparent election processes. The application allows for effective voter authentication, reliable vote casting, and real-time result calculation, significantly reducing the chances of errors, fraud, and administrative burden.</a:t>
            </a:r>
            <a:endParaRPr lang="en-US" dirty="0"/>
          </a:p>
          <a:p>
            <a:pPr>
              <a:lnSpc>
                <a:spcPct val="150000"/>
              </a:lnSpc>
            </a:pPr>
            <a:r>
              <a:rPr lang="en-US" dirty="0"/>
              <a:t> </a:t>
            </a:r>
            <a:endParaRPr lang="en-US" dirty="0"/>
          </a:p>
          <a:p>
            <a:endParaRPr lang="en-US" dirty="0"/>
          </a:p>
        </p:txBody>
      </p:sp>
      <p:pic>
        <p:nvPicPr>
          <p:cNvPr id="4" name="Picture 4"/>
          <p:cNvPicPr/>
          <p:nvPr/>
        </p:nvPicPr>
        <p:blipFill>
          <a:blip r:embed="rId1"/>
          <a:stretch>
            <a:fillRect/>
          </a:stretch>
        </p:blipFill>
        <p:spPr>
          <a:xfrm>
            <a:off x="5853996" y="463010"/>
            <a:ext cx="2988000" cy="870840"/>
          </a:xfrm>
          <a:prstGeom prst="rect">
            <a:avLst/>
          </a:prstGeom>
          <a:ln w="0">
            <a:noFill/>
          </a:ln>
        </p:spPr>
      </p:pic>
      <p:sp>
        <p:nvSpPr>
          <p:cNvPr id="5" name="Slide Number Placeholder 4"/>
          <p:cNvSpPr>
            <a:spLocks noGrp="1"/>
          </p:cNvSpPr>
          <p:nvPr>
            <p:ph type="sldNum" idx="41"/>
          </p:nvPr>
        </p:nvSpPr>
        <p:spPr/>
        <p:txBody>
          <a:bodyPr/>
          <a:p>
            <a:fld id="{ADC47868-AEFF-4F45-B323-7EAEFDF96199}" type="slidenum">
              <a:rPr/>
            </a:fld>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_rels/theme10.xml.rels><?xml version="1.0" encoding="UTF-8" standalone="yes"?>
<Relationships xmlns="http://schemas.openxmlformats.org/package/2006/relationships"><Relationship Id="rId1" Type="http://schemas.openxmlformats.org/officeDocument/2006/relationships/image" Target="../media/image1.jpeg"/></Relationships>
</file>

<file path=ppt/theme/_rels/theme11.xml.rels><?xml version="1.0" encoding="UTF-8" standalone="yes"?>
<Relationships xmlns="http://schemas.openxmlformats.org/package/2006/relationships"><Relationship Id="rId1" Type="http://schemas.openxmlformats.org/officeDocument/2006/relationships/image" Target="../media/image1.jpeg"/></Relationships>
</file>

<file path=ppt/theme/_rels/theme12.xml.rels><?xml version="1.0" encoding="UTF-8" standalone="yes"?>
<Relationships xmlns="http://schemas.openxmlformats.org/package/2006/relationships"><Relationship Id="rId1" Type="http://schemas.openxmlformats.org/officeDocument/2006/relationships/image" Target="../media/image1.jpeg"/></Relationships>
</file>

<file path=ppt/theme/_rels/theme13.xml.rels><?xml version="1.0" encoding="UTF-8" standalone="yes"?>
<Relationships xmlns="http://schemas.openxmlformats.org/package/2006/relationships"><Relationship Id="rId1" Type="http://schemas.openxmlformats.org/officeDocument/2006/relationships/image" Target="../media/image1.jpeg"/></Relationships>
</file>

<file path=ppt/theme/_rels/theme14.xml.rels><?xml version="1.0" encoding="UTF-8" standalone="yes"?>
<Relationships xmlns="http://schemas.openxmlformats.org/package/2006/relationships"><Relationship Id="rId1" Type="http://schemas.openxmlformats.org/officeDocument/2006/relationships/image" Target="../media/image1.jpeg"/></Relationships>
</file>

<file path=ppt/theme/_rels/theme15.xml.rels><?xml version="1.0" encoding="UTF-8" standalone="yes"?>
<Relationships xmlns="http://schemas.openxmlformats.org/package/2006/relationships"><Relationship Id="rId1" Type="http://schemas.openxmlformats.org/officeDocument/2006/relationships/image" Target="../media/image1.jpeg"/></Relationships>
</file>

<file path=ppt/theme/_rels/theme16.xml.rels><?xml version="1.0" encoding="UTF-8" standalone="yes"?>
<Relationships xmlns="http://schemas.openxmlformats.org/package/2006/relationships"><Relationship Id="rId1" Type="http://schemas.openxmlformats.org/officeDocument/2006/relationships/image" Target="../media/image1.jpeg"/></Relationships>
</file>

<file path=ppt/theme/_rels/theme17.xml.rels><?xml version="1.0" encoding="UTF-8" standalone="yes"?>
<Relationships xmlns="http://schemas.openxmlformats.org/package/2006/relationships"><Relationship Id="rId1" Type="http://schemas.openxmlformats.org/officeDocument/2006/relationships/image" Target="../media/image1.jpeg"/></Relationships>
</file>

<file path=ppt/theme/_rels/theme18.xml.rels><?xml version="1.0" encoding="UTF-8" standalone="yes"?>
<Relationships xmlns="http://schemas.openxmlformats.org/package/2006/relationships"><Relationship Id="rId1" Type="http://schemas.openxmlformats.org/officeDocument/2006/relationships/image" Target="../media/image1.jpeg"/></Relationships>
</file>

<file path=ppt/theme/_rels/theme19.xml.rels><?xml version="1.0" encoding="UTF-8" standalone="yes"?>
<Relationships xmlns="http://schemas.openxmlformats.org/package/2006/relationships"><Relationship Id="rId1" Type="http://schemas.openxmlformats.org/officeDocument/2006/relationships/image" Target="../media/image1.jpeg"/></Relationships>
</file>

<file path=ppt/theme/_rels/theme20.xml.rels><?xml version="1.0" encoding="UTF-8" standalone="yes"?>
<Relationships xmlns="http://schemas.openxmlformats.org/package/2006/relationships"><Relationship Id="rId1" Type="http://schemas.openxmlformats.org/officeDocument/2006/relationships/image" Target="../media/image1.jpeg"/></Relationships>
</file>

<file path=ppt/theme/_rels/theme21.xml.rels><?xml version="1.0" encoding="UTF-8" standalone="yes"?>
<Relationships xmlns="http://schemas.openxmlformats.org/package/2006/relationships"><Relationship Id="rId1" Type="http://schemas.openxmlformats.org/officeDocument/2006/relationships/image" Target="../media/image1.jpeg"/></Relationships>
</file>

<file path=ppt/theme/_rels/theme22.xml.rels><?xml version="1.0" encoding="UTF-8" standalone="yes"?>
<Relationships xmlns="http://schemas.openxmlformats.org/package/2006/relationships"><Relationship Id="rId1" Type="http://schemas.openxmlformats.org/officeDocument/2006/relationships/image" Target="../media/image1.jpeg"/></Relationships>
</file>

<file path=ppt/theme/_rels/theme23.xml.rels><?xml version="1.0" encoding="UTF-8" standalone="yes"?>
<Relationships xmlns="http://schemas.openxmlformats.org/package/2006/relationships"><Relationship Id="rId1" Type="http://schemas.openxmlformats.org/officeDocument/2006/relationships/image" Target="../media/image1.jpeg"/></Relationships>
</file>

<file path=ppt/theme/_rels/theme24.xml.rels><?xml version="1.0" encoding="UTF-8" standalone="yes"?>
<Relationships xmlns="http://schemas.openxmlformats.org/package/2006/relationships"><Relationship Id="rId1" Type="http://schemas.openxmlformats.org/officeDocument/2006/relationships/image" Target="../media/image1.jpeg"/></Relationships>
</file>

<file path=ppt/theme/_rels/theme25.xml.rels><?xml version="1.0" encoding="UTF-8" standalone="yes"?>
<Relationships xmlns="http://schemas.openxmlformats.org/package/2006/relationships"><Relationship Id="rId1" Type="http://schemas.openxmlformats.org/officeDocument/2006/relationships/image" Target="../media/image1.jpeg"/></Relationships>
</file>

<file path=ppt/theme/_rels/theme26.xml.rels><?xml version="1.0" encoding="UTF-8" standalone="yes"?>
<Relationships xmlns="http://schemas.openxmlformats.org/package/2006/relationships"><Relationship Id="rId1" Type="http://schemas.openxmlformats.org/officeDocument/2006/relationships/image" Target="../media/image1.jpeg"/></Relationships>
</file>

<file path=ppt/theme/_rels/theme27.xml.rels><?xml version="1.0" encoding="UTF-8" standalone="yes"?>
<Relationships xmlns="http://schemas.openxmlformats.org/package/2006/relationships"><Relationship Id="rId1" Type="http://schemas.openxmlformats.org/officeDocument/2006/relationships/image" Target="../media/image1.jpeg"/></Relationships>
</file>

<file path=ppt/theme/_rels/theme28.xml.rels><?xml version="1.0" encoding="UTF-8" standalone="yes"?>
<Relationships xmlns="http://schemas.openxmlformats.org/package/2006/relationships"><Relationship Id="rId1" Type="http://schemas.openxmlformats.org/officeDocument/2006/relationships/image" Target="../media/image1.jpeg"/></Relationships>
</file>

<file path=ppt/theme/_rels/theme29.xml.rels><?xml version="1.0" encoding="UTF-8" standalone="yes"?>
<Relationships xmlns="http://schemas.openxmlformats.org/package/2006/relationships"><Relationship Id="rId1" Type="http://schemas.openxmlformats.org/officeDocument/2006/relationships/image" Target="../media/image1.jpeg"/></Relationships>
</file>

<file path=ppt/theme/_rels/theme30.xml.rels><?xml version="1.0" encoding="UTF-8" standalone="yes"?>
<Relationships xmlns="http://schemas.openxmlformats.org/package/2006/relationships"><Relationship Id="rId1" Type="http://schemas.openxmlformats.org/officeDocument/2006/relationships/image" Target="../media/image1.jpeg"/></Relationships>
</file>

<file path=ppt/theme/_rels/theme31.xml.rels><?xml version="1.0" encoding="UTF-8" standalone="yes"?>
<Relationships xmlns="http://schemas.openxmlformats.org/package/2006/relationships"><Relationship Id="rId1" Type="http://schemas.openxmlformats.org/officeDocument/2006/relationships/image" Target="../media/image1.jpeg"/></Relationships>
</file>

<file path=ppt/theme/_rels/theme32.xml.rels><?xml version="1.0" encoding="UTF-8" standalone="yes"?>
<Relationships xmlns="http://schemas.openxmlformats.org/package/2006/relationships"><Relationship Id="rId1" Type="http://schemas.openxmlformats.org/officeDocument/2006/relationships/image" Target="../media/image1.jpeg"/></Relationships>
</file>

<file path=ppt/theme/_rels/theme33.xml.rels><?xml version="1.0" encoding="UTF-8" standalone="yes"?>
<Relationships xmlns="http://schemas.openxmlformats.org/package/2006/relationships"><Relationship Id="rId1" Type="http://schemas.openxmlformats.org/officeDocument/2006/relationships/image" Target="../media/image1.jpeg"/></Relationships>
</file>

<file path=ppt/theme/_rels/theme34.xml.rels><?xml version="1.0" encoding="UTF-8" standalone="yes"?>
<Relationships xmlns="http://schemas.openxmlformats.org/package/2006/relationships"><Relationship Id="rId1" Type="http://schemas.openxmlformats.org/officeDocument/2006/relationships/image" Target="../media/image1.jpeg"/></Relationships>
</file>

<file path=ppt/theme/_rels/theme35.xml.rels><?xml version="1.0" encoding="UTF-8" standalone="yes"?>
<Relationships xmlns="http://schemas.openxmlformats.org/package/2006/relationships"><Relationship Id="rId1" Type="http://schemas.openxmlformats.org/officeDocument/2006/relationships/image" Target="../media/image1.jpeg"/></Relationships>
</file>

<file path=ppt/theme/_rels/theme36.xml.rels><?xml version="1.0" encoding="UTF-8" standalone="yes"?>
<Relationships xmlns="http://schemas.openxmlformats.org/package/2006/relationships"><Relationship Id="rId1" Type="http://schemas.openxmlformats.org/officeDocument/2006/relationships/image" Target="../media/image1.jpeg"/></Relationships>
</file>

<file path=ppt/theme/_rels/theme37.xml.rels><?xml version="1.0" encoding="UTF-8" standalone="yes"?>
<Relationships xmlns="http://schemas.openxmlformats.org/package/2006/relationships"><Relationship Id="rId1" Type="http://schemas.openxmlformats.org/officeDocument/2006/relationships/image" Target="../media/image1.jpeg"/></Relationships>
</file>

<file path=ppt/theme/_rels/theme38.xml.rels><?xml version="1.0" encoding="UTF-8" standalone="yes"?>
<Relationships xmlns="http://schemas.openxmlformats.org/package/2006/relationships"><Relationship Id="rId1" Type="http://schemas.openxmlformats.org/officeDocument/2006/relationships/image" Target="../media/image1.jpeg"/></Relationships>
</file>

<file path=ppt/theme/_rels/theme39.xml.rels><?xml version="1.0" encoding="UTF-8" standalone="yes"?>
<Relationships xmlns="http://schemas.openxmlformats.org/package/2006/relationships"><Relationship Id="rId1" Type="http://schemas.openxmlformats.org/officeDocument/2006/relationships/image" Target="../media/image1.jpeg"/></Relationships>
</file>

<file path=ppt/theme/_rels/theme40.xml.rels><?xml version="1.0" encoding="UTF-8" standalone="yes"?>
<Relationships xmlns="http://schemas.openxmlformats.org/package/2006/relationships"><Relationship Id="rId1" Type="http://schemas.openxmlformats.org/officeDocument/2006/relationships/image" Target="../media/image1.jpeg"/></Relationships>
</file>

<file path=ppt/theme/_rels/theme41.xml.rels><?xml version="1.0" encoding="UTF-8" standalone="yes"?>
<Relationships xmlns="http://schemas.openxmlformats.org/package/2006/relationships"><Relationship Id="rId1" Type="http://schemas.openxmlformats.org/officeDocument/2006/relationships/image" Target="../media/image1.jpeg"/></Relationships>
</file>

<file path=ppt/theme/_rels/theme42.xml.rels><?xml version="1.0" encoding="UTF-8" standalone="yes"?>
<Relationships xmlns="http://schemas.openxmlformats.org/package/2006/relationships"><Relationship Id="rId1" Type="http://schemas.openxmlformats.org/officeDocument/2006/relationships/image" Target="../media/image1.jpeg"/></Relationships>
</file>

<file path=ppt/theme/_rels/theme43.xml.rels><?xml version="1.0" encoding="UTF-8" standalone="yes"?>
<Relationships xmlns="http://schemas.openxmlformats.org/package/2006/relationships"><Relationship Id="rId1" Type="http://schemas.openxmlformats.org/officeDocument/2006/relationships/image" Target="../media/image1.jpeg"/></Relationships>
</file>

<file path=ppt/theme/_rels/theme44.xml.rels><?xml version="1.0" encoding="UTF-8" standalone="yes"?>
<Relationships xmlns="http://schemas.openxmlformats.org/package/2006/relationships"><Relationship Id="rId1" Type="http://schemas.openxmlformats.org/officeDocument/2006/relationships/image" Target="../media/image1.jpeg"/></Relationships>
</file>

<file path=ppt/theme/_rels/theme45.xml.rels><?xml version="1.0" encoding="UTF-8" standalone="yes"?>
<Relationships xmlns="http://schemas.openxmlformats.org/package/2006/relationships"><Relationship Id="rId1" Type="http://schemas.openxmlformats.org/officeDocument/2006/relationships/image" Target="../media/image1.jpeg"/></Relationships>
</file>

<file path=ppt/theme/_rels/theme46.xml.rels><?xml version="1.0" encoding="UTF-8" standalone="yes"?>
<Relationships xmlns="http://schemas.openxmlformats.org/package/2006/relationships"><Relationship Id="rId1" Type="http://schemas.openxmlformats.org/officeDocument/2006/relationships/image" Target="../media/image1.jpeg"/></Relationships>
</file>

<file path=ppt/theme/_rels/theme47.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NewsPrint">
  <a:themeElements>
    <a:clrScheme name="NewsPrint">
      <a:dk1>
        <a:srgbClr val="000000"/>
      </a:dk1>
      <a:lt1>
        <a:srgbClr val="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majorFont>
      <a:minorFont>
        <a:latin typeface="Times New Roman"/>
        <a:ea typeface=""/>
        <a:cs typeface=""/>
      </a:minorFont>
    </a:fontScheme>
    <a:fmtScheme name="">
      <a:fillStyleLst>
        <a:solidFill>
          <a:schemeClr val="phClr"/>
        </a:solidFill>
        <a:gradFill>
          <a:gsLst>
            <a:gs pos="0">
              <a:schemeClr val="phClr">
                <a:tint val="37000"/>
                <a:lumMod val="88000"/>
              </a:schemeClr>
            </a:gs>
            <a:gs pos="100000">
              <a:schemeClr val="phClr">
                <a:tint val="53000"/>
                <a:shade val="100000"/>
                <a:lumMod val="79000"/>
              </a:schemeClr>
            </a:gs>
          </a:gsLst>
          <a:lin ang="5400000" scaled="1"/>
          <a:tileRect/>
        </a:gradFill>
        <a:gradFill>
          <a:gsLst>
            <a:gs pos="0">
              <a:schemeClr val="phClr">
                <a:tint val="83000"/>
                <a:shade val="100000"/>
                <a:lumMod val="90000"/>
              </a:schemeClr>
            </a:gs>
            <a:gs pos="76000">
              <a:schemeClr val="phClr">
                <a:shade val="100000"/>
              </a:schemeClr>
            </a:gs>
            <a:gs pos="100000">
              <a:schemeClr val="phClr">
                <a:shade val="93000"/>
                <a:lumMod val="93000"/>
              </a:schemeClr>
            </a:gs>
          </a:gsLst>
          <a:path path="circle">
            <a:fillToRect l="15000" t="15000" r="100000" b="100000"/>
          </a:path>
          <a:tileRect/>
        </a:gradFill>
      </a:fillStyleLst>
      <a:lnStyleLst>
        <a:ln w="15875" cap="flat" cmpd="sng" algn="ctr">
          <a:prstDash val="solid"/>
        </a:ln>
        <a:ln w="22225"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3000"/>
              </a:schemeClr>
            </a:gs>
            <a:gs pos="100000">
              <a:schemeClr val="phClr">
                <a:shade val="55000"/>
              </a:schemeClr>
            </a:gs>
          </a:gsLst>
          <a:lin ang="5400000" scaled="1"/>
          <a:tileRect/>
        </a:gradFill>
        <a:blipFill rotWithShape="1">
          <a:blip xmlns:r="http://schemas.openxmlformats.org/officeDocument/2006/relationships" r:embed="rId1"/>
          <a:srcRect/>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Newsprint</Template>
  <TotalTime>0</TotalTime>
  <Words>4708</Words>
  <Application>WPS Presentation</Application>
  <PresentationFormat>On-screen Show (4:3)</PresentationFormat>
  <Paragraphs>182</Paragraphs>
  <Slides>15</Slides>
  <Notes>2</Notes>
  <HiddenSlides>0</HiddenSlides>
  <MMClips>0</MMClips>
  <ScaleCrop>false</ScaleCrop>
  <HeadingPairs>
    <vt:vector size="6" baseType="variant">
      <vt:variant>
        <vt:lpstr>已用的字体</vt:lpstr>
      </vt:variant>
      <vt:variant>
        <vt:i4>13</vt:i4>
      </vt:variant>
      <vt:variant>
        <vt:lpstr>主题</vt:lpstr>
      </vt:variant>
      <vt:variant>
        <vt:i4>47</vt:i4>
      </vt:variant>
      <vt:variant>
        <vt:lpstr>幻灯片标题</vt:lpstr>
      </vt:variant>
      <vt:variant>
        <vt:i4>15</vt:i4>
      </vt:variant>
    </vt:vector>
  </HeadingPairs>
  <TitlesOfParts>
    <vt:vector size="75" baseType="lpstr">
      <vt:lpstr>Arial</vt:lpstr>
      <vt:lpstr>SimSun</vt:lpstr>
      <vt:lpstr>Wingdings</vt:lpstr>
      <vt:lpstr>Times New Roman</vt:lpstr>
      <vt:lpstr>Arial</vt:lpstr>
      <vt:lpstr>Impact</vt:lpstr>
      <vt:lpstr>Symbol</vt:lpstr>
      <vt:lpstr>Times New Roman</vt:lpstr>
      <vt:lpstr>Times New Roman (Body)</vt:lpstr>
      <vt:lpstr>Bahnschrift</vt:lpstr>
      <vt:lpstr>Wingdings</vt:lpstr>
      <vt:lpstr>Microsoft YaHei</vt:lpstr>
      <vt:lpstr>Arial Unicode MS</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NewsPrint</vt:lpstr>
      <vt:lpstr> Voting System                      </vt:lpstr>
      <vt:lpstr>INTRODUCTION:</vt:lpstr>
      <vt:lpstr>Problem Statement</vt:lpstr>
      <vt:lpstr>OBJECTIVES:</vt:lpstr>
      <vt:lpstr>Functional Requirements:</vt:lpstr>
      <vt:lpstr>✅ Non-Functional Requirements (NFR)</vt:lpstr>
      <vt:lpstr>Background</vt:lpstr>
      <vt:lpstr>INCREEMENTAL DEVELOPMENT MODEL</vt:lpstr>
      <vt:lpstr>GANTT CHART</vt:lpstr>
      <vt:lpstr>PowerPoint 演示文稿</vt:lpstr>
      <vt:lpstr>PowerPoint 演示文稿</vt:lpstr>
      <vt:lpstr>PowerPoint 演示文稿</vt:lpstr>
      <vt:lpstr>PowerPoint 演示文稿</vt:lpstr>
      <vt:lpstr>DELIVERABLES</vt:lpstr>
      <vt:lpstr>Conclusion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 cycle</dc:title>
  <dc:creator>susan</dc:creator>
  <cp:lastModifiedBy>susan</cp:lastModifiedBy>
  <cp:revision>89</cp:revision>
  <dcterms:created xsi:type="dcterms:W3CDTF">2024-02-13T03:34:00Z</dcterms:created>
  <dcterms:modified xsi:type="dcterms:W3CDTF">2026-05-26T03:14:08Z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8</vt:i4>
  </property>
  <property fmtid="{D5CDD505-2E9C-101B-9397-08002B2CF9AE}" pid="5" name="ICV">
    <vt:lpwstr>D719C0CCF3B74419BBFE0564C5DAEA2A_12</vt:lpwstr>
  </property>
  <property fmtid="{D5CDD505-2E9C-101B-9397-08002B2CF9AE}" pid="6" name="KSOProductBuildVer">
    <vt:lpwstr>1033-12.1.0.26372</vt:lpwstr>
  </property>
</Properties>
</file>